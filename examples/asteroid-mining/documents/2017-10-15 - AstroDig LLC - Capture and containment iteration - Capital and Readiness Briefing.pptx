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1456000</c:v>
                </c:pt>
                <c:pt idx="1">
                  <c:v>553280</c:v>
                </c:pt>
                <c:pt idx="2">
                  <c:v>2059200</c:v>
                </c:pt>
                <c:pt idx="3">
                  <c:v>-1156480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1120000</c:v>
                </c:pt>
                <c:pt idx="1">
                  <c:v>1288000</c:v>
                </c:pt>
                <c:pt idx="2">
                  <c:v>1456000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and containment iteration
Q3 2017;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Prefer contained recovery over an open collection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$1,456,000.
Q3 operating result: $-1,156,480.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43.
Contracted backlog: $11,648,000.
Completed work packages: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capture-cartridge testing
Authorize the defined ground-development campaign only
Capture efficiency is limited to controlled test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escape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capture-cartridge testing as the current development priority. Owner: Quinn Mercer; due 2017-11-15.
Verification: Close critical discrepancies before adding optional campaign scope. Owner: Sasha Linden; due 2017-11-15.
Finance: Maintain service delivery and report development spending separately from any prospective mining economics. Owner: Morgan Vale; due 2017-11-15.
2032 goal: Retain the conditional demonstration goal; do not represent future milestones as approved missions. Owner: Avery Rowan; due 2017-11-15.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Capture and containment iteration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containment iteration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2017;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contained recovery over an open collection path.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$1,456,000.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$-1,156,480.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43.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$11,648,000.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21.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capture-cartridge testing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efficiency is limited to controlled test materials.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escape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capture-cartridge testing as the current development priority. Owner: Quinn Mercer; due 2017-11-15.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2017-11-15.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Morgan Vale; due 2017-11-15.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2017-11-15.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Capture and containment iteration - Capital and Readiness Briefing</dc:title>
  <dc:subject>AstroDig LLC - Capture and containment iteration - Capital and Readiness Briefing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
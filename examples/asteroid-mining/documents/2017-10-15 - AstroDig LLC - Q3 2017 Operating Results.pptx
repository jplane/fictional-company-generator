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1456000</c:v>
                </c:pt>
                <c:pt idx="1">
                  <c:v>553280</c:v>
                </c:pt>
                <c:pt idx="2">
                  <c:v>2059200</c:v>
                </c:pt>
                <c:pt idx="3">
                  <c:v>-1156480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1033760</c:v>
                </c:pt>
                <c:pt idx="1">
                  <c:v>276640</c:v>
                </c:pt>
                <c:pt idx="2">
                  <c:v>145600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1482624</c:v>
                </c:pt>
                <c:pt idx="1">
                  <c:v>370656</c:v>
                </c:pt>
                <c:pt idx="2">
                  <c:v>205920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1120000</c:v>
                </c:pt>
                <c:pt idx="1">
                  <c:v>1288000</c:v>
                </c:pt>
                <c:pt idx="2">
                  <c:v>1456000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and containment iteration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$1,456,000
Operating result: $-1,156,480
Period-end headcount: 43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21.
Accepted reference runs: 49.
Rejected reference runs retained: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$11,648,000.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contained recovery over an open collection path.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material escape.
Stop expansion when a critical verification discrepancy remains open.
Capture efficiency is limited to controlled test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2017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containment iteration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$1,456,000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$-1,156,480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43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21.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49.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4.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$11,648,000.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contained recovery over an open collection path.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material escape.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efficiency is limited to controlled test materials.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2017 Operating Results</dc:title>
  <dc:subject>AstroDig LLC - Q3 2017 Operating Results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
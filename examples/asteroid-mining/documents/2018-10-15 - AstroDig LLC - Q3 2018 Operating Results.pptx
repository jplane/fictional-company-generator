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5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.xlsx"/></Relationships>
</file>

<file path=ppt/charts/_rels/chart5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.xlsx"/></Relationships>
</file>

<file path=ppt/charts/_rels/chart5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.xlsx"/></Relationships>
</file>

<file path=ppt/charts/_rels/chart5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6.xlsx"/></Relationships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2132000</c:v>
                </c:pt>
                <c:pt idx="1">
                  <c:v>810160</c:v>
                </c:pt>
                <c:pt idx="2">
                  <c:v>2685800</c:v>
                </c:pt>
                <c:pt idx="3">
                  <c:v>-1363960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1492400</c:v>
                </c:pt>
                <c:pt idx="1">
                  <c:v>426400</c:v>
                </c:pt>
                <c:pt idx="2">
                  <c:v>213200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1933776</c:v>
                </c:pt>
                <c:pt idx="1">
                  <c:v>483444</c:v>
                </c:pt>
                <c:pt idx="2">
                  <c:v>268580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1640000</c:v>
                </c:pt>
                <c:pt idx="1">
                  <c:v>1886000</c:v>
                </c:pt>
                <c:pt idx="2">
                  <c:v>2132000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Autonomy-in-the-loop development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$2,132,000
Operating result: $-1,363,960
Period-end headcount: 57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24.
Accepted reference runs: 56.
Rejected reference runs retained: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$17,056,000.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abort behavior deterministic before expanding automated sequences.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unsafe state transitions.
Stop expansion when a critical verification discrepancy remains open.
Hardware-in-the-loop results are not flight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the approved ground-development scope; no asteroid commodity revenue is included in the operating outlook.
No commercial asteroid extraction revenue is assumed.
The 2032 demonstration remains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Q3 2018 Operating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Autonomy-in-the-loop development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$2,132,000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$-1,363,960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57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24.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56.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5.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$17,056,000.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abort behavior deterministic before expanding automated sequences.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unsafe state transitions.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Hardware-in-the-loop results are not flight qualification.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Labeled operating outlook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the approved ground-development scope; no asteroid commodity revenue is included in the operating outlook.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commercial asteroid extraction revenue is assumed.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2032 demonstration remains conditional.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Q3 2018 Operating Results</dc:title>
  <dc:subject>AstroDig LLC - Q3 2018 Operating Results</dc:subject>
  <dc:creator>AstroDig LLC</dc:creator>
  <cp:lastModifiedBy>AstroDig LLC</cp:lastModifiedBy>
  <cp:revision>1</cp:revision>
  <dcterms:created xsi:type="dcterms:W3CDTF">2026-10-08T21:29:38Z</dcterms:created>
  <dcterms:modified xsi:type="dcterms:W3CDTF">2026-10-08T21:29:38Z</dcterms:modified>
</cp:coreProperties>
</file>
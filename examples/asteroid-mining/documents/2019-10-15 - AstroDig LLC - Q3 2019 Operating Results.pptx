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2990000</c:v>
                </c:pt>
                <c:pt idx="1">
                  <c:v>1136200</c:v>
                </c:pt>
                <c:pt idx="2">
                  <c:v>3430700</c:v>
                </c:pt>
                <c:pt idx="3">
                  <c:v>-1576900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2063100</c:v>
                </c:pt>
                <c:pt idx="1">
                  <c:v>627900</c:v>
                </c:pt>
                <c:pt idx="2">
                  <c:v>299000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2470104</c:v>
                </c:pt>
                <c:pt idx="1">
                  <c:v>617526</c:v>
                </c:pt>
                <c:pt idx="2">
                  <c:v>343070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2300000</c:v>
                </c:pt>
                <c:pt idx="1">
                  <c:v>2645000</c:v>
                </c:pt>
                <c:pt idx="2">
                  <c:v>2990000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 payload architecture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$2,990,000
Operating result: $-1,576,900
Period-end headcount: 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27.
Accepted reference runs: 63.
Rejected reference runs retained: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$23,920,000.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interface revisions before combining independently tested subsystems.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mass and power growth.
Stop expansion when a critical verification discrepancy remains open.
Integrated ground prototypes remain development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approved ground-development scope; no asteroid commodity revenue is included in the operating outlook.
No commercial asteroid extraction revenue is assumed.
The 2032 demonstration remains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Q3 2019 Operating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payload architecture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$2,990,000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$-1,576,900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73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27.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63.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6.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$23,920,000.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interface revisions before combining independently tested subsystems.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mass and power growth.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ground prototypes remain development hardware.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operating outlook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approved ground-development scope; no asteroid commodity revenue is included in the operating outlook.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asteroid extraction revenue is assumed.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2032 demonstration remains conditional.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Q3 2019 Operating Results</dc:title>
  <dc:subject>AstroDig LLC - Q3 2019 Operating Results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
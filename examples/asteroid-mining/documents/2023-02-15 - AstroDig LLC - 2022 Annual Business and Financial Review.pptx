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21000000</c:v>
                </c:pt>
                <c:pt idx="1">
                  <c:v>7980000</c:v>
                </c:pt>
                <c:pt idx="2">
                  <c:v>21530000</c:v>
                </c:pt>
                <c:pt idx="3">
                  <c:v>-8510000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13860000</c:v>
                </c:pt>
                <c:pt idx="1">
                  <c:v>5040000</c:v>
                </c:pt>
                <c:pt idx="2">
                  <c:v>2100000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15501600</c:v>
                </c:pt>
                <c:pt idx="1">
                  <c:v>3875400</c:v>
                </c:pt>
                <c:pt idx="2">
                  <c:v>2153000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4200000</c:v>
                </c:pt>
                <c:pt idx="1">
                  <c:v>4830000</c:v>
                </c:pt>
                <c:pt idx="2">
                  <c:v>5460000</c:v>
                </c:pt>
                <c:pt idx="3">
                  <c:v>6510000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Volatile-handling controls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$21,000,000
Operating result: $-8,510,000
Period-end headcount: 118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142.
Accepted reference runs: 330.
Rejected reference runs retained: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$58,590,000.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every custody handoff and chamber condition with the recovered sample.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sample contamination.
Stop expansion when a critical verification discrepancy remains open.
Ground recovery does not prove in-space storage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$21,000,000.
COGS: $7,980,000; opex: $21,530,000.
Operating result: $-8,510,000;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$15,200,000.
Current-year revenue: $21,000,000.
Change: $5,800,000; 38.2%.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- 2022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Volatile-handling controls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$21,000,000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$-8,510,000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118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142.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330.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14.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$58,590,000.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custody handoff and chamber condition with the recovered sample.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sample contamination.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recovery does not prove in-space storage feasibility.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$21,000,000.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$7,980,000; opex: $21,530,000.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$-8,510,000;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$15,200,000.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$21,000,000.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$5,800,000; 38.2%.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- 2022 Annual Business and Financial Review</dc:title>
  <dc:subject>AstroDig LLC - 2022 Annual Business and Financial Review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
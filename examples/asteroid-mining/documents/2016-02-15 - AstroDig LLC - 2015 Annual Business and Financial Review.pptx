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2200000</c:v>
                </c:pt>
                <c:pt idx="1">
                  <c:v>836000</c:v>
                </c:pt>
                <c:pt idx="2">
                  <c:v>4270000</c:v>
                </c:pt>
                <c:pt idx="3">
                  <c:v>-2906000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1606000</c:v>
                </c:pt>
                <c:pt idx="1">
                  <c:v>374000</c:v>
                </c:pt>
                <c:pt idx="2">
                  <c:v>220000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3074400</c:v>
                </c:pt>
                <c:pt idx="1">
                  <c:v>768600</c:v>
                </c:pt>
                <c:pt idx="2">
                  <c:v>427000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440000</c:v>
                </c:pt>
                <c:pt idx="1">
                  <c:v>506000</c:v>
                </c:pt>
                <c:pt idx="2">
                  <c:v>572000</c:v>
                </c:pt>
                <c:pt idx="3">
                  <c:v>682000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Resource-characterization studies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$2,200,000
Operating result: $-2,906,000
Period-end headcount: 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58.
Accepted reference runs: 134.
Rejected reference runs retained: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$6,138,000.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Carry competing composition interpretations into mission trade studies.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ambiguous composition.
Stop expansion when a critical verification discrepancy remains open.
Remote signatures are not direct assays.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$2,200,000.
COGS: $836,000; opex: $4,270,000.
Operating result: $-2,906,000;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$1,200,000.
Current-year revenue: $2,200,000.
Change: $1,000,000; 83.3%.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Morgan Vale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- 2015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Resource-characterization studies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$2,200,000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$-2,906,000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22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58.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134.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16.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$6,138,000.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competing composition interpretations into mission trade studies.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ambiguous composition.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signatures are not direct assays.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$2,200,000.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$836,000; opex: $4,270,000.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$-2,906,000;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$1,200,000.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$2,200,000.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$1,000,000; 83.3%.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Vale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- 2015 Annual Business and Financial Review</dc:title>
  <dc:subject>AstroDig LLC - 2015 Annual Business and Financial Review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
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936000</c:v>
                </c:pt>
                <c:pt idx="1">
                  <c:v>355680</c:v>
                </c:pt>
                <c:pt idx="2">
                  <c:v>1534000</c:v>
                </c:pt>
                <c:pt idx="3">
                  <c:v>-953680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673920</c:v>
                </c:pt>
                <c:pt idx="1">
                  <c:v>168480</c:v>
                </c:pt>
                <c:pt idx="2">
                  <c:v>93600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1104480</c:v>
                </c:pt>
                <c:pt idx="1">
                  <c:v>276120</c:v>
                </c:pt>
                <c:pt idx="2">
                  <c:v>153400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720000</c:v>
                </c:pt>
                <c:pt idx="1">
                  <c:v>828000</c:v>
                </c:pt>
                <c:pt idx="2">
                  <c:v>936000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Closed-chamber bench commissioning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$936,000
Operating result: $-953,680
Period-end headcount: 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18.
Accepted reference runs: 42.
Rejected reference runs retained: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$7,488,000.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repeatable blank runs before interpreting recovered material.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chamber contamination.
Stop expansion when a critical verification discrepancy remains open.
Ground chambers cannot reproduce every small-body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2016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Closed-chamber bench commissioning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$936,000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$-953,680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31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42.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3.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$7,488,000.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repeatable blank runs before interpreting recovered material.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chamber contamination.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chambers cannot reproduce every small-body condition.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2016 Operating Results</dc:title>
  <dc:subject>AstroDig LLC - Q3 2016 Operating Results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
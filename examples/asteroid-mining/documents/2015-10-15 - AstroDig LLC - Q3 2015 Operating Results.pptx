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572000</c:v>
                </c:pt>
                <c:pt idx="1">
                  <c:v>217360</c:v>
                </c:pt>
                <c:pt idx="2">
                  <c:v>1110200</c:v>
                </c:pt>
                <c:pt idx="3">
                  <c:v>-755560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417560</c:v>
                </c:pt>
                <c:pt idx="1">
                  <c:v>97240</c:v>
                </c:pt>
                <c:pt idx="2">
                  <c:v>57200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799344</c:v>
                </c:pt>
                <c:pt idx="1">
                  <c:v>199836</c:v>
                </c:pt>
                <c:pt idx="2">
                  <c:v>111020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440000</c:v>
                </c:pt>
                <c:pt idx="1">
                  <c:v>506000</c:v>
                </c:pt>
                <c:pt idx="2">
                  <c:v>572000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Resource-characterization studies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$572,000
Operating result: $-755,560
Period-end headcount: 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15.
Accepted reference runs: 35.
Rejected reference runs retained: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$4,576,000.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competing composition interpretations into mission trade studies.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ambiguous composition.
Stop expansion when a critical verification discrepancy remains open.
Remote signatures are not direct assays.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2015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Resource-characterization studies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$572,000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$-755,560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21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15.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35.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2.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$4,576,000.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competing composition interpretations into mission trade studies.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ambiguous composition.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signatures are not direct assays.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2015 Operating Results</dc:title>
  <dc:subject>AstroDig LLC - Q3 2015 Operating Results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
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572000</c:v>
                </c:pt>
                <c:pt idx="1">
                  <c:v>217360</c:v>
                </c:pt>
                <c:pt idx="2">
                  <c:v>1110200</c:v>
                </c:pt>
                <c:pt idx="3">
                  <c:v>-755560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440000</c:v>
                </c:pt>
                <c:pt idx="1">
                  <c:v>506000</c:v>
                </c:pt>
                <c:pt idx="2">
                  <c:v>572000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Resource-characterization studies
Q3 2015;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Carry competing composition interpretations into mission trade studies.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$572,000.
Q3 operating result: $-755,560.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21.
Contracted backlog: $4,576,000.
Completed work packages: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spectral planning
Authorize the defined ground-development campaign only
Remote signatures are not direct assays.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ambiguous composition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spectral planning as the current development priority. Owner: Quinn Mercer; due 2015-11-15.
Verification: Close critical discrepancies before adding optional campaign scope. Owner: Sasha Linden; due 2015-11-15.
Finance: Maintain service delivery and report development spending separately from any prospective mining economics. Owner: Morgan Vale; due 2015-11-15.
2032 goal: Retain the conditional demonstration goal; do not represent future milestones as approved missions. Owner: Avery Rowan; due 2015-11-15.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Resource-characterization studies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Resource-characterization studies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2015;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competing composition interpretations into mission trade studies.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$572,000.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$-755,560.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21.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$4,576,000.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15.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planning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signatures are not direct assays.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composition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spectral planning as the current development priority. Owner: Quinn Mercer; due 2015-11-15.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2015-11-15.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2015-11-15.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2015-11-15.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Resource-characterization studies - Capital and Readiness Briefing</dc:title>
  <dc:subject>AstroDig LLC - Resource-characterization studies - Capital and Readiness Briefing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
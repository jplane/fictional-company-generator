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Mission-Analysis Feasibility
Defined ground evidence before the next mission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Changing inputs and configurations make results difficult to compare.
Current development risk: reference-data consistency.
No hardware flight heritage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Establish traceable engineering baselines before committing to hardware.
Scope: Controlled ground-test use.
Accepted evidence and unresolved dependencies stay separate.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Containment: The test cartridge shall remain closed throughout the collection sequence.
Pressure envelope: The chamber controller shall inhibit a sequence outside the approved pressure envelope.
Thermal limit: The heater controller shall stop heating when the configured temperature limit is reached.
Power interlock: Actuator power shall require an independent enabled interlock.
Emergency stop: An emergency-stop request shall supersede an active extraction command.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custody: Every sample container shall carry a unique identifier linked to its run.
Blank control: Each material campaign shall include an empty-cartridge blank run.
Mass accounting: The run record shall include input, recovered, retained, and unaccounted mass.
Time synchronization: Controller and instrument events shall share a synchronized run clock.
Telemetry continuity: The controller shall flag any telemetry gap longer than two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Configuration control: The run header shall record controller, cartridge, and sensor revisions.
Calibration freshness: Mass and temperature measurements shall use current approved calibrations.
Recovery restart: Restart after an abort shall require a new pre-run checklist.
Data export: Exported run data shall include units, channel names, and quality flags.
Operator authority: Only an authorized operator shall acknowledge a safety hold.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Register configuration and inputs
Run approved reference checks
Execute bounded campaign
Review evidence and discrepancies
Accept or hold the next configuration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Mission trade study: Compare candidate operating assumptions without asserting resource recoverability.
Payload verification campaign: Link a controlled test sequence to acceptance evidence and configuration identity.
Readiness review: Identify open discrepancies and distinguish accepted evidence from unresolved dependencies.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approved input or test-material specification
named technical reviewer
configuration-controlled reference case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hardware flight heritage exists.
Not in scope: Flight qualification, asteroid resource certification, commercial mining, or mission approval.
A ground-development release is not flight qualification.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Available to contracted engineering teams through a scoped technical review.
Request a technical review through media@astrodig.example; define the reference case and acceptance evidence before campaign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024128"/>
            <a:ext cx="10972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AstroDig LLC - RegolithWorks 1.0 - Ground Campaign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2013-08-15 | Internal |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Mission-Analysis Feasibility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ground evidence before the next mission decision.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281160" y="3200400"/>
            <a:ext cx="1920240" cy="1920240"/>
          </a:xfrm>
          <a:prstGeom prst="ellipse">
            <a:avLst/>
          </a:prstGeom>
          <a:solidFill>
            <a:srgbClr val="18242D"/>
          </a:solidFill>
          <a:ln w="50800">
            <a:solidFill>
              <a:srgbClr val="B568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0" y="387705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DEVELOPMENT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decision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2013-08-15 | Internal |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inputs and configurations make results difficult to compare.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development risk: reference-data consistency.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hardware flight heritage exists.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controlled campaign boundary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2013-08-15 | Internal |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traceable engineering baselines before committing to hardware.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Controlled ground-test use.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evidence and unresolved dependencies stay separate.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Containment and safe control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2013-08-15 | Internal |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2066544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Containment: The test cartridge shall remain closed throughout the collection sequence.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2765146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291145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810866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envelope: The chamber controller shall inhibit a sequence outside the approved pressure envelope.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94360" y="3610051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3756355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3655771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limit: The heater controller shall stop heating when the configured temperature limit is reached.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4454957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4601261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4500677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interlock: Actuator power shall require an independent enabled interlock.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94360" y="5299862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" y="5446166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5345582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stop: An emergency-stop request shall supersede an active extraction command.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 and configuration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2013-08-15 | Internal | 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084832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custody: Every sample container shall carry a unique identifier linked to its run.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27064" y="1920240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28232" y="2084832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control: Each material campaign shall include an empty-cartridge blank run.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94360" y="3218688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3383280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accounting: The run record shall include input, recovered, retained, and unaccounted mass.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27064" y="3218688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3383280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synchronization: Controller and instrument events shall share a synchronized run clock.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94360" y="4517136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4681728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continuity: The controller shall flag any telemetry gap longer than two seconds.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Recovery and acceptance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2013-08-15 | Internal |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2066544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control: The run header shall record controller, cartridge, and sensor revisions.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2765146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291145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810866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freshness: Mass and temperature measurements shall use current approved calibrations.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94360" y="3610051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3756355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3655771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restart: Restart after an abort shall require a new pre-run checklist.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4454957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4601261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4500677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export: Exported run data shall include units, channel names, and quality flags.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94360" y="5299862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" y="5446166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5345582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authority: Only an authorized operator shall acknowledge a safety hold.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inputs to a reviewable result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2013-08-15 | Internal |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1960474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58952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configuration and inputs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847442" y="2103120"/>
            <a:ext cx="1960474" cy="3401568"/>
          </a:xfrm>
          <a:prstGeom prst="rect">
            <a:avLst/>
          </a:prstGeom>
          <a:solidFill>
            <a:srgbClr val="E6DED2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2034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012034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approved reference checks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100523" y="2103120"/>
            <a:ext cx="1960474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65115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265115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bounded campaign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353605" y="2103120"/>
            <a:ext cx="1960474" cy="3401568"/>
          </a:xfrm>
          <a:prstGeom prst="rect">
            <a:avLst/>
          </a:prstGeom>
          <a:solidFill>
            <a:srgbClr val="E6DED2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18197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518197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evidence and discrepancies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606686" y="2103120"/>
            <a:ext cx="1960474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71278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771278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or hold the next configuration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engineering uses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2013-08-15 | Internal |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trade study: Compare candidate operating assumptions without asserting resource recoverability.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verification campaign: Link a controlled test sequence to acceptance evidence and configuration identity.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review: Identify open discrepancies and distinguish accepted evidence from unresolved dependencies.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teams must bring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2013-08-15 | Internal |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input or test-material specification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technical reviewer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configuration-controlled reference case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the evidence stops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2013-08-15 | Internal |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hardware flight heritage exists.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scope: Flight qualification, asteroid resource certification, commercial mining, or mission approval.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ground-development release is not flight qualification.</a:t>
            </a:r>
            <a:endParaRPr lang="en-US" sz="2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 the reference case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2013-08-15 | Internal |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 contracted engineering teams through a scoped technical review.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technical review through media@astrodig.example; define the reference case and acceptance evidence before campaign access.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AstroDig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AstroDig LLC - RegolithWorks 1.0 - Ground Campaign Overview</dc:title>
  <dc:subject>AstroDig LLC - RegolithWorks 1.0 - Ground Campaign Overview</dc:subject>
  <dc:creator>AstroDig LLC</dc:creator>
  <cp:lastModifiedBy>AstroDig LLC</cp:lastModifiedBy>
  <cp:revision>1</cp:revision>
  <dcterms:created xsi:type="dcterms:W3CDTF">2026-10-08T21:27:45Z</dcterms:created>
  <dcterms:modified xsi:type="dcterms:W3CDTF">2026-10-08T21:27:45Z</dcterms:modified>
</cp:coreProperties>
</file>
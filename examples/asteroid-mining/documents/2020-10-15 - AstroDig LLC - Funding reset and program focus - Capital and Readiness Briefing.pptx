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7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1.xlsx"/></Relationships>
</file>

<file path=ppt/charts/_rels/chart7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2.xlsx"/></Relationships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2808000</c:v>
                </c:pt>
                <c:pt idx="1">
                  <c:v>1067040</c:v>
                </c:pt>
                <c:pt idx="2">
                  <c:v>3499600</c:v>
                </c:pt>
                <c:pt idx="3">
                  <c:v>-1758640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2160000</c:v>
                </c:pt>
                <c:pt idx="1">
                  <c:v>2484000</c:v>
                </c:pt>
                <c:pt idx="2">
                  <c:v>2808000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Funding reset and program focus
Q3 2020; requested decisions, not recorded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Maintain bounded development and contracted delivery
Defer optional feature breadth to preserve verification quality and service capacity
Preserve verification work while deferring optional feature expansion.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revenue: $2,808,000.
Q3 operating result: $-1,758,640.
Operating losses remain visible; expected asteroid sales are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Accepted contracted work drives recognition; the series is not a mining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Period-end headcount: 70.
Contracted backlog: $22,464,000.
Completed work packages: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reduced-scope integration
Authorize the defined ground-development campaign only
The revised integration scope does not accelerate the mining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 compression
Stop expansion when a critical verification discrepancy remains open.
Retain failed trials and owned discrepancy dispositions.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depends on verified payload interfaces and approved funding.
2030: Direct asteroid characterization; depends on launch access, mission authorization, and spacecraft performance.
2032: Resource extraction demonstration;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Preferred: Maintain bounded development and contracted delivery.
Alternative: Expand optional functionality before verification closure.
Tradeoff: Defer optional feature breadth to preserve verification quality and service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Retain reduced-scope integration as the current development priority. Owner: Quinn Mercer; due 2020-11-15.
Verification: Close critical discrepancies before adding optional campaign scope. Owner: Sasha Linden; due 2020-11-15.
Finance: Maintain service delivery and report development spending separately from any prospective mining economics. Owner: Casey Marlow; due 2020-11-15.
2032 goal: Retain the conditional demonstration goal; do not represent future milestones as approved missions. Owner: Avery Rowan; due 2020-11-15.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requested; not represented as approved in the board briefing
No mission authorization or resource reserve is represented.
Keep the 2032 objective conditional on evidence, funding, and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Funding reset and program focus - Capital and Readiness Briefing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Board confidential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reset and program focus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2020; requested decisions, not recorded approvals.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in front of the 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Board confidential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bounded development and contracted delivery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optional feature breadth to preserve verification quality and service capacity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verification work while deferring optional feature expansion.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fund only part of development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Board confidential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revenue: $2,808,000.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operating result: $-1,758,640.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losses remain visible; expected asteroid sales are excluded.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and spending bridge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Board confidential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Available-quarter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Board confidential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contracted work drives recognition; the series is not a mining forecast.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and commitments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Board confidential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70.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backlog: $22,464,000.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30.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ground-development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Board confidential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reduced-scope integration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defined ground-development campaign only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revised integration scope does not accelerate the mining date.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risk and stop condition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Board confidential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compression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failed trials and owned discrepancy dispositions.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is a sequence of conditional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Board confidential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scope versus broader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Board confidential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Maintain bounded development and contracted delivery.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verification closure.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Defer optional feature breadth to preserve verification quality and service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Requested actions and accountable owners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Board confidential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Retain reduced-scope integration as the current development priority. Owner: Quinn Mercer; due 2020-11-15.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Close critical discrepancies before adding optional campaign scope. Owner: Sasha Linden; due 2020-11-15.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Maintain service delivery and report development spending separately from any prospective mining economics. Owner: Casey Marlow; due 2020-11-15.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goal: Retain the conditional demonstration goal; do not represent future milestones as approved missions. Owner: Avery Rowan; due 2020-11-15.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bounded development, not a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Board confidential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requested; not represented as approved in the board briefing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mission authorization or resource reserve is represented.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2032 objective conditional on evidence, funding, and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Funding reset and program focus - Capital and Readiness Briefing</dc:title>
  <dc:subject>AstroDig LLC - Funding reset and program focus - Capital and Readiness Briefing</dc:subject>
  <dc:creator>AstroDig LLC</dc:creator>
  <cp:lastModifiedBy>AstroDig LLC</cp:lastModifiedBy>
  <cp:revision>1</cp:revision>
  <dcterms:created xsi:type="dcterms:W3CDTF">2026-10-08T21:29:38Z</dcterms:created>
  <dcterms:modified xsi:type="dcterms:W3CDTF">2026-10-08T21:29:38Z</dcterms:modified>
</cp:coreProperties>
</file>
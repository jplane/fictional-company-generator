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Prospecting Mission Concept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launch access.
Launch services are not booked.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 the first mission around information acquisition rather than commercial output.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services are not booked.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11.0 -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Mission Concept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launch access.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services are not booked.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first mission around information acquisition rather than commercial output.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services are not booked.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11.0 - Ground Campaign Overview</dc:title>
  <dc:subject>AstroDig LLC - RegolithWorks 11.0 - Ground Campaign Overview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
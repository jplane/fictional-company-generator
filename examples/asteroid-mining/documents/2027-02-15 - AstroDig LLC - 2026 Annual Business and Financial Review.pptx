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1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1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3.xlsx"/></Relationships>
</file>

<file path=ppt/charts/_rels/chart1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4.xlsx"/></Relationships>
</file>

<file path=ppt/charts/_rels/chart1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5.xlsx"/></Relationships>
</file>

<file path=ppt/charts/_rels/chart1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6.xlsx"/></Relationships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59500000</c:v>
                </c:pt>
                <c:pt idx="1">
                  <c:v>22610000</c:v>
                </c:pt>
                <c:pt idx="2">
                  <c:v>49435000</c:v>
                </c:pt>
                <c:pt idx="3">
                  <c:v>-12545000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36890000</c:v>
                </c:pt>
                <c:pt idx="1">
                  <c:v>16660000</c:v>
                </c:pt>
                <c:pt idx="2">
                  <c:v>5950000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35593200</c:v>
                </c:pt>
                <c:pt idx="1">
                  <c:v>8898300</c:v>
                </c:pt>
                <c:pt idx="2">
                  <c:v>4943500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11900000</c:v>
                </c:pt>
                <c:pt idx="1">
                  <c:v>13685000</c:v>
                </c:pt>
                <c:pt idx="2">
                  <c:v>15470000</c:v>
                </c:pt>
                <c:pt idx="3">
                  <c:v>18445000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Demonstration readiness planning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$59,500,000
Operating result: $-12,545,000
Period-end headcount: 238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190.
Accepted reference runs: 442.
Rejected reference runs retained: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$166,005,000.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Retain the 2032 goal while making each intermediate commitment conditional.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funding and flight dependencies.
Stop expansion when a critical verification discrepancy remains open.
Mining has not begun and no mission approval is represented.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$59,500,000.
COGS: $22,610,000; opex: $49,435,000.
Operating result: $-12,545,000;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$47,000,000.
Current-year revenue: $59,500,000.
Change: $12,500,000; 26.6%.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Casey Marlow - Chief Financial Officer
Quinn Mercer - Vice President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- 2026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readiness planning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$59,500,000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$-12,545,000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238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190.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442.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15.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$166,005,000.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the 2032 goal while making each intermediate commitment conditional.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funding and flight dependencies.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has not begun and no mission approval is represented.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$59,500,000.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$22,610,000; opex: $49,435,000.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$-12,545,000;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$47,000,000.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$59,500,000.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$12,500,000; 26.6%.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Marlow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Vice President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- 2026 Annual Business and Financial Review</dc:title>
  <dc:subject>AstroDig LLC - 2026 Annual Business and Financial Review</dc:subject>
  <dc:creator>AstroDig LLC</dc:creator>
  <cp:lastModifiedBy>AstroDig LLC</cp:lastModifiedBy>
  <cp:revision>1</cp:revision>
  <dcterms:created xsi:type="dcterms:W3CDTF">2026-10-08T21:29:40Z</dcterms:created>
  <dcterms:modified xsi:type="dcterms:W3CDTF">2026-10-08T21:29:40Z</dcterms:modified>
</cp:coreProperties>
</file>
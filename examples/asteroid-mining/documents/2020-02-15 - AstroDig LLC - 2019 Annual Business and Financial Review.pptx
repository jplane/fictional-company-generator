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11500000</c:v>
                </c:pt>
                <c:pt idx="1">
                  <c:v>4370000</c:v>
                </c:pt>
                <c:pt idx="2">
                  <c:v>13195000</c:v>
                </c:pt>
                <c:pt idx="3">
                  <c:v>-6065000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7935000</c:v>
                </c:pt>
                <c:pt idx="1">
                  <c:v>2415000</c:v>
                </c:pt>
                <c:pt idx="2">
                  <c:v>1150000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9500400</c:v>
                </c:pt>
                <c:pt idx="1">
                  <c:v>2375100</c:v>
                </c:pt>
                <c:pt idx="2">
                  <c:v>1319500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2300000</c:v>
                </c:pt>
                <c:pt idx="1">
                  <c:v>2645000</c:v>
                </c:pt>
                <c:pt idx="2">
                  <c:v>2990000</c:v>
                </c:pt>
                <c:pt idx="3">
                  <c:v>3565000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 payload architecture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$11,500,000
Operating result: $-6,065,000
Period-end headcount: 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106.
Accepted reference runs: 246.
Rejected reference runs retained: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$32,085,000.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interface revisions before combining independently tested subsystems.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mass and power growth.
Stop expansion when a critical verification discrepancy remains open.
Integrated ground prototypes remain development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$11,500,000.
COGS: $4,370,000; opex: $13,195,000.
Operating result: $-6,065,000;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$8,200,000.
Current-year revenue: $11,500,000.
Change: $3,300,000; 40.2%.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Morgan Vale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- 2019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payload architecture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$11,500,000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$-6,065,000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77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106.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246.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17.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$32,085,000.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interface revisions before combining independently tested subsystems.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mass and power growth.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ground prototypes remain development hardware.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$11,500,000.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$4,370,000; opex: $13,195,000.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$-6,065,000;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$8,200,000.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$11,500,000.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$3,300,000; 40.2%.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Vale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- 2019 Annual Business and Financial Review</dc:title>
  <dc:subject>AstroDig LLC - 2019 Annual Business and Financial Review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
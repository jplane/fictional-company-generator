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Spectral Planning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ambiguous composition.
Remote signatures are not direct assays.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Carry competing composition interpretations into mission trade studies.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signatures are not direct assays.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3.0 -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Planning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ambiguous composition.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signatures are not direct assays.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competing composition interpretations into mission trade studies.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signatures are not direct assays.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3.0 - Ground Campaign Overview</dc:title>
  <dc:subject>AstroDig LLC - RegolithWorks 3.0 - Ground Campaign Overview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
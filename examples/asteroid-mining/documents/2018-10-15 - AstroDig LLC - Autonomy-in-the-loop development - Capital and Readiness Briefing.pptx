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2132000</c:v>
                </c:pt>
                <c:pt idx="1">
                  <c:v>810160</c:v>
                </c:pt>
                <c:pt idx="2">
                  <c:v>2685800</c:v>
                </c:pt>
                <c:pt idx="3">
                  <c:v>-1363960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1640000</c:v>
                </c:pt>
                <c:pt idx="1">
                  <c:v>1886000</c:v>
                </c:pt>
                <c:pt idx="2">
                  <c:v>2132000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Autonomy-in-the-loop development
Q3 2018;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Make abort behavior deterministic before expanding automated sequences.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$2,132,000.
Q3 operating result: $-1,363,960.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57.
Contracted backlog: $17,056,000.
Completed work packages: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autonomy rehearsal
Authorize the defined ground-development campaign only
Hardware-in-the-loop results are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state transitions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autonomy rehearsal as the current development priority. Owner: Quinn Mercer; due 2018-11-15.
Verification: Close critical discrepancies before adding optional campaign scope. Owner: Sasha Linden; due 2018-11-15.
Finance: Maintain service delivery and report development spending separately from any prospective mining economics. Owner: Morgan Vale; due 2018-11-15.
2032 goal: Retain the conditional demonstration goal; do not represent future milestones as approved missions. Owner: Avery Rowan; due 2018-11-15.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Autonomy-in-the-loop development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Autonomy-in-the-loop development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2018;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abort behavior deterministic before expanding automated sequences.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$2,132,000.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$-1,363,960.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57.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$17,056,000.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24.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rehearsal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 results are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state transitions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autonomy rehearsal as the current development priority. Owner: Quinn Mercer; due 2018-11-15.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2018-11-15.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Morgan Vale; due 2018-11-15.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2018-11-15.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Autonomy-in-the-loop development - Capital and Readiness Briefing</dc:title>
  <dc:subject>AstroDig LLC - Autonomy-in-the-loop development - Capital and Readiness Briefing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
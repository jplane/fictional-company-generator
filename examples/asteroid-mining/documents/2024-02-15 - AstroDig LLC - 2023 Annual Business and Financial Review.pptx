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9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5.xlsx"/></Relationships>
</file>

<file path=ppt/charts/_rels/chart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_rels/chart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7.xlsx"/></Relationships>
</file>

<file path=ppt/charts/_rels/chart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8.xlsx"/></Relationships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28000000</c:v>
                </c:pt>
                <c:pt idx="1">
                  <c:v>10640000</c:v>
                </c:pt>
                <c:pt idx="2">
                  <c:v>26800000</c:v>
                </c:pt>
                <c:pt idx="3">
                  <c:v>-9440000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18200000</c:v>
                </c:pt>
                <c:pt idx="1">
                  <c:v>7000000</c:v>
                </c:pt>
                <c:pt idx="2">
                  <c:v>2800000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19296000</c:v>
                </c:pt>
                <c:pt idx="1">
                  <c:v>4824000</c:v>
                </c:pt>
                <c:pt idx="2">
                  <c:v>2680000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5600000</c:v>
                </c:pt>
                <c:pt idx="1">
                  <c:v>6440000</c:v>
                </c:pt>
                <c:pt idx="2">
                  <c:v>7280000</c:v>
                </c:pt>
                <c:pt idx="3">
                  <c:v>8680000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concept consolidation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$28,000,000
Operating result: $-9,440,000
Period-end headcount: 145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154.
Accepted reference runs: 358.
Rejected reference runs retained: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$78,120,000.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 the first mission around information acquisition rather than commercial output.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launch access.
Stop expansion when a critical verification discrepancy remains open.
Launch services are not booked.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$28,000,000.
COGS: $10,640,000; opex: $26,800,000.
Operating result: $-9,440,000;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$21,000,000.
Current-year revenue: $28,000,000.
Change: $7,000,000; 33.3%.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Casey Marlow - Chief Financial Officer
Quinn Mercer - Vice President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- 2023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concept consolidation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$28,000,000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$-9,440,000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145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154.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358.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18.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$78,120,000.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first mission around information acquisition rather than commercial output.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launch access.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services are not booked.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$28,000,000.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$10,640,000; opex: $26,800,000.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$-9,440,000;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$21,000,000.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$28,000,000.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$7,000,000; 33.3%.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Marlow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Vice President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- 2023 Annual Business and Financial Review</dc:title>
  <dc:subject>AstroDig LLC - 2023 Annual Business and Financial Review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
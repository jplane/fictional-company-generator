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8200000</c:v>
                </c:pt>
                <c:pt idx="1">
                  <c:v>3116000</c:v>
                </c:pt>
                <c:pt idx="2">
                  <c:v>10330000</c:v>
                </c:pt>
                <c:pt idx="3">
                  <c:v>-5246000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5740000</c:v>
                </c:pt>
                <c:pt idx="1">
                  <c:v>1640000</c:v>
                </c:pt>
                <c:pt idx="2">
                  <c:v>820000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7437600</c:v>
                </c:pt>
                <c:pt idx="1">
                  <c:v>1859400</c:v>
                </c:pt>
                <c:pt idx="2">
                  <c:v>1033000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1640000</c:v>
                </c:pt>
                <c:pt idx="1">
                  <c:v>1886000</c:v>
                </c:pt>
                <c:pt idx="2">
                  <c:v>2132000</c:v>
                </c:pt>
                <c:pt idx="3">
                  <c:v>2542000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Autonomy-in-the-loop development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$8,200,000
Operating result: $-5,246,000
Period-end headcount: 60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94.
Accepted reference runs: 218.
Rejected reference runs retained: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$22,878,000.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abort behavior deterministic before expanding automated sequences.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unsafe state transitions.
Stop expansion when a critical verification discrepancy remains open.
Hardware-in-the-loop results are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$8,200,000.
COGS: $3,116,000; opex: $10,330,000.
Operating result: $-5,246,000;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$5,600,000.
Current-year revenue: $8,200,000.
Change: $2,600,000; 46.4%.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Morgan Vale - Chief Financial Officer
Quinn Mercer - Director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- 2018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Autonomy-in-the-loop development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$8,200,000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$-5,246,000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60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94.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218.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18.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$22,878,000.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abort behavior deterministic before expanding automated sequences.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unsafe state transitions.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results are not flight qualification.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$8,200,000.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$3,116,000; opex: $10,330,000.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$-5,246,000;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$5,600,000.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$8,200,000.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$2,600,000; 46.4%.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Vale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Director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- 2018 Annual Business and Financial Review</dc:title>
  <dc:subject>AstroDig LLC - 2018 Annual Business and Financial Review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
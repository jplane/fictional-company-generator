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156000</c:v>
                </c:pt>
                <c:pt idx="1">
                  <c:v>59280</c:v>
                </c:pt>
                <c:pt idx="2">
                  <c:v>465400</c:v>
                </c:pt>
                <c:pt idx="3">
                  <c:v>-368680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</c:v>
                </c:pt>
                <c:pt idx="1">
                  <c:v>138000</c:v>
                </c:pt>
                <c:pt idx="2">
                  <c:v>156000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foundation
Q3 2013;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Establish traceable engineering baselines before committing to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$156,000.
Q3 operating result: $-368,680.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8.
Contracted backlog: $1,248,000.
Completed work packages: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mission-analysis feasibility
Authorize the defined ground-development campaign only
No hardware flight heritage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reference-data consistency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mission-analysis feasibility as the current development priority. Owner: Quinn Mercer; due 2013-11-15.
Verification: Close critical discrepancies before adding optional campaign scope. Owner: Sasha Linden; due 2013-11-15.
Finance: Maintain service delivery and report development spending separately from any prospective mining economics. Owner: Morgan Vale; due 2013-11-15.
2032 goal: Retain the conditional demonstration goal; do not represent future milestones as approved missions. Owner: Avery Rowan; due 2013-11-15.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Engineering foundation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foundation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2013;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traceable engineering baselines before committing to hardware.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$156,000.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$-368,680.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$1,248,000.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9.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mission-analysis feasibility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flight heritage exists.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reference-data consistency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mission-analysis feasibility as the current development priority. Owner: Quinn Mercer; due 2013-11-15.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2013-11-15.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2013-11-15.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2013-11-15.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Engineering foundation - Capital and Readiness Briefing</dc:title>
  <dc:subject>AstroDig LLC - Engineering foundation - Capital and Readiness Briefing</dc:subject>
  <dc:creator>AstroDig LLC</dc:creator>
  <cp:lastModifiedBy>AstroDig LLC</cp:lastModifiedBy>
  <cp:revision>1</cp:revision>
  <dcterms:created xsi:type="dcterms:W3CDTF">2026-10-08T21:29:36Z</dcterms:created>
  <dcterms:modified xsi:type="dcterms:W3CDTF">2026-10-08T21:29:36Z</dcterms:modified>
</cp:coreProperties>
</file>
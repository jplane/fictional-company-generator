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312000</c:v>
                </c:pt>
                <c:pt idx="1">
                  <c:v>118560</c:v>
                </c:pt>
                <c:pt idx="2">
                  <c:v>754000</c:v>
                </c:pt>
                <c:pt idx="3">
                  <c:v>-560560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240000</c:v>
                </c:pt>
                <c:pt idx="1">
                  <c:v>276000</c:v>
                </c:pt>
                <c:pt idx="2">
                  <c:v>312000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Target-screening discipline
Q3 2014;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Separate reachable targets from targets with verified resource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$312,000.
Q3 operating result: $-560,560.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13.
Contracted backlog: $2,496,000.
Completed work packages: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trajectory screening
Authorize the defined ground-development campaign only
Catalog rankings do not establish recoverable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uncertainty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trajectory screening as the current development priority. Owner: Quinn Mercer; due 2014-11-15.
Verification: Close critical discrepancies before adding optional campaign scope. Owner: Sasha Linden; due 2014-11-15.
Finance: Maintain service delivery and report development spending separately from any prospective mining economics. Owner: Morgan Vale; due 2014-11-15.
2032 goal: Retain the conditional demonstration goal; do not represent future milestones as approved missions. Owner: Avery Rowan; due 2014-11-15.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Target-screening discipline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Target-screening discipline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2014;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reachable targets from targets with verified resource potential.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$312,000.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$-560,560.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$2,496,000.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12.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screening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rankings do not establish recoverable resources.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uncertainty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trajectory screening as the current development priority. Owner: Quinn Mercer; due 2014-11-15.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2014-11-15.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2014-11-15.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2014-11-15.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Target-screening discipline - Capital and Readiness Briefing</dc:title>
  <dc:subject>AstroDig LLC - Target-screening discipline - Capital and Readiness Briefing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
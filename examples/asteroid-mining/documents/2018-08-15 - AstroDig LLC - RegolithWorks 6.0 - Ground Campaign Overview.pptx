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 Rehearsal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unsafe state transitions.
Hardware-in-the-loop results are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abort behavior deterministic before expanding automated sequences.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Hardware-in-the-loop results are not flight qualification.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6.0 -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Rehearsal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unsafe state transitions.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results are not flight qualification.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abort behavior deterministic before expanding automated sequences.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results are not flight qualification.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6.0 - Ground Campaign Overview</dc:title>
  <dc:subject>AstroDig LLC - RegolithWorks 6.0 - Ground Campaign Overview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
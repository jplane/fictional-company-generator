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312000</c:v>
                </c:pt>
                <c:pt idx="1">
                  <c:v>118560</c:v>
                </c:pt>
                <c:pt idx="2">
                  <c:v>754000</c:v>
                </c:pt>
                <c:pt idx="3">
                  <c:v>-560560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230880</c:v>
                </c:pt>
                <c:pt idx="1">
                  <c:v>49920</c:v>
                </c:pt>
                <c:pt idx="2">
                  <c:v>31200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542880</c:v>
                </c:pt>
                <c:pt idx="1">
                  <c:v>135720</c:v>
                </c:pt>
                <c:pt idx="2">
                  <c:v>75400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240000</c:v>
                </c:pt>
                <c:pt idx="1">
                  <c:v>276000</c:v>
                </c:pt>
                <c:pt idx="2">
                  <c:v>312000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Target-screening discipline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$312,000
Operating result: $-560,560
Period-end headcount: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12.
Accepted reference runs: 28.
Rejected reference runs retained: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$2,496,000.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reachable targets from targets with verified resource potential.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input uncertainty.
Stop expansion when a critical verification discrepancy remains open.
Catalog rankings do not establish recoverable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2014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Target-screening discipline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$312,000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$-560,560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12.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28.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$2,496,000.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reachable targets from targets with verified resource potential.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input uncertainty.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rankings do not establish recoverable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2014 Operating Results</dc:title>
  <dc:subject>AstroDig LLC - Q3 2014 Operating Results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
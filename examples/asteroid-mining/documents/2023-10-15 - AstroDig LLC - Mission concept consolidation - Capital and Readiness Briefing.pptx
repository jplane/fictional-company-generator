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9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7280000</c:v>
                </c:pt>
                <c:pt idx="1">
                  <c:v>2766400</c:v>
                </c:pt>
                <c:pt idx="2">
                  <c:v>6968000</c:v>
                </c:pt>
                <c:pt idx="3">
                  <c:v>-2454400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5600000</c:v>
                </c:pt>
                <c:pt idx="1">
                  <c:v>6440000</c:v>
                </c:pt>
                <c:pt idx="2">
                  <c:v>7280000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concept consolidation
Q3 2023;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Size the first mission around information acquisition rather than commercial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$7,280,000.
Q3 operating result: $-2,454,400.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137.
Contracted backlog: $58,240,000.
Completed work packages: 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prospecting mission concept
Authorize the defined ground-development campaign only
Launch services are not booked.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launch access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prospecting mission concept as the current development priority. Owner: Quinn Mercer; due 2023-11-15.
Verification: Close critical discrepancies before adding optional campaign scope. Owner: Sasha Linden; due 2023-11-15.
Finance: Maintain service delivery and report development spending separately from any prospective mining economics. Owner: Casey Marlow; due 2023-11-15.
2032 goal: Retain the conditional demonstration goal; do not represent future milestones as approved missions. Owner: Avery Rowan; due 2023-11-15.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Mission concept consolidation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concept consolidation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2023;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first mission around information acquisition rather than commercial output.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$7,280,000.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$-2,454,400.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137.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$58,240,000.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39.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prospecting mission concept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services are not booked.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access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prospecting mission concept as the current development priority. Owner: Quinn Mercer; due 2023-11-15.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2023-11-15.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Casey Marlow; due 2023-11-15.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2023-11-15.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Mission concept consolidation - Capital and Readiness Briefing</dc:title>
  <dc:subject>AstroDig LLC - Mission concept consolidation - Capital and Readiness Briefing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
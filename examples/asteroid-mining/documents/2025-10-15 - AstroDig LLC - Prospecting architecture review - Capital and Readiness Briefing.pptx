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_rels/chart1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12220000</c:v>
                </c:pt>
                <c:pt idx="1">
                  <c:v>4643600</c:v>
                </c:pt>
                <c:pt idx="2">
                  <c:v>10553400</c:v>
                </c:pt>
                <c:pt idx="3">
                  <c:v>-2977000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9400000</c:v>
                </c:pt>
                <c:pt idx="1">
                  <c:v>10810000</c:v>
                </c:pt>
                <c:pt idx="2">
                  <c:v>12220000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Prospecting architecture review
Q3 2025;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Require direct characterization evidence before authorizing extraction-scale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$12,220,000.
Q3 operating result: $-2,977,000.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193.
Contracted backlog: $97,760,000.
Completed work packages: 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prospecting payload review
Authorize the defined ground-development campaign only
No mining reserve or commercial resource claim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 uncertainty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prospecting payload review as the current development priority. Owner: Quinn Mercer; due 2025-11-15.
Verification: Close critical discrepancies before adding optional campaign scope. Owner: Sasha Linden; due 2025-11-15.
Finance: Maintain service delivery and report development spending separately from any prospective mining economics. Owner: Casey Marlow; due 2025-11-15.
2032 goal: Retain the conditional demonstration goal; do not represent future milestones as approved missions. Owner: Avery Rowan; due 2025-11-15.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Prospecting architecture review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architecture review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direct characterization evidence before authorizing extraction-scale expansion.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$12,220,000.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$-2,977,000.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193.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$97,760,000.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45.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payload review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mining reserve or commercial resource claim is made.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uncertainty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prospecting payload review as the current development priority. Owner: Quinn Mercer; due 2025-11-15.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2025-11-15.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Casey Marlow; due 2025-11-15.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2025-11-15.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Prospecting architecture review - Capital and Readiness Briefing</dc:title>
  <dc:subject>AstroDig LLC - Prospecting architecture review - Capital and Readiness Briefing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
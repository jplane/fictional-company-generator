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936000</c:v>
                </c:pt>
                <c:pt idx="1">
                  <c:v>355680</c:v>
                </c:pt>
                <c:pt idx="2">
                  <c:v>1534000</c:v>
                </c:pt>
                <c:pt idx="3">
                  <c:v>-953680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720000</c:v>
                </c:pt>
                <c:pt idx="1">
                  <c:v>828000</c:v>
                </c:pt>
                <c:pt idx="2">
                  <c:v>936000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Closed-chamber bench commissioning
Q3 2016;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Establish repeatable blank runs before interpreting recovered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$936,000.
Q3 operating result: $-953,680.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31.
Contracted backlog: $7,488,000.
Completed work packages: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thermal-vacuum commissioning
Authorize the defined ground-development campaign only
Ground chambers cannot reproduce every small-body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chamber contamination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thermal-vacuum commissioning as the current development priority. Owner: Quinn Mercer; due 2016-11-15.
Verification: Close critical discrepancies before adding optional campaign scope. Owner: Sasha Linden; due 2016-11-15.
Finance: Maintain service delivery and report development spending separately from any prospective mining economics. Owner: Morgan Vale; due 2016-11-15.
2032 goal: Retain the conditional demonstration goal; do not represent future milestones as approved missions. Owner: Avery Rowan; due 2016-11-15.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Closed-chamber bench commissioning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Closed-chamber bench commissioning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2016;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repeatable blank runs before interpreting recovered material.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$936,000.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$-953,680.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31.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$7,488,000.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18.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thermal-vacuum commissioning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chambers cannot reproduce every small-body condition.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contamination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thermal-vacuum commissioning as the current development priority. Owner: Quinn Mercer; due 2016-11-15.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2016-11-15.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2016-11-15.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2016-11-15.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Closed-chamber bench commissioning - Capital and Readiness Briefing</dc:title>
  <dc:subject>AstroDig LLC - Closed-chamber bench commissioning - Capital and Readiness Briefing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
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88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7.xlsx"/></Relationships>
</file>

<file path=ppt/charts/_rels/chart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8.xlsx"/></Relationships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5460000</c:v>
                </c:pt>
                <c:pt idx="1">
                  <c:v>2074800</c:v>
                </c:pt>
                <c:pt idx="2">
                  <c:v>5597800</c:v>
                </c:pt>
                <c:pt idx="3">
                  <c:v>-2212600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4200000</c:v>
                </c:pt>
                <c:pt idx="1">
                  <c:v>4830000</c:v>
                </c:pt>
                <c:pt idx="2">
                  <c:v>5460000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Volatile-handling controls
Q3 2022; requested decisions, not recorded 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Maintain bounded development and contracted delivery
Defer optional feature breadth to preserve verification quality and service capacity
Record every custody handoff and chamber condition with the recovered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 revenue: $5,460,000.
Q3 operating result: $-2,212,600.
Operating losses remain visible; expected asteroid sales are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Accepted contracted work drives recognition; the series is not a mining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Period-end headcount: 112.
Contracted backlog: $43,680,000.
Completed work packages: 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sealed volatile-handling trials
Authorize the defined ground-development campaign only
Ground recovery does not prove in-space storage feasibility.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contamination
Stop expansion when a critical verification discrepancy remains open.
Retain failed trials and owned discrepancy dispositions.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depends on verified payload interfaces and approved funding.
2030: Direct asteroid characterization; depends on launch access, mission authorization, and spacecraft performance.
2032: Resource extraction demonstration;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Preferred: Maintain bounded development and contracted delivery.
Alternative: Expand optional functionality before verification closure.
Tradeoff: Defer optional feature breadth to preserve verification quality and service capacity.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Retain sealed volatile-handling trials as the current development priority. Owner: Quinn Mercer; due 2022-11-15.
Verification: Close critical discrepancies before adding optional campaign scope. Owner: Sasha Linden; due 2022-11-15.
Finance: Maintain service delivery and report development spending separately from any prospective mining economics. Owner: Casey Marlow; due 2022-11-15.
2032 goal: Retain the conditional demonstration goal; do not represent future milestones as approved missions. Owner: Avery Rowan; due 2022-11-15.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requested; not represented as approved in the board briefing
No mission authorization or resource reserve is represented.
Keep the 2032 objective conditional on evidence, funding, and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Volatile-handling controls - Capital and Readiness Briefing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Volatile-handling controls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2022; requested decisions, not recorded approvals.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CONFIDENTIAL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in front of the board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bounded development and contracted delivery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optional feature breadth to preserve verification quality and service capacity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every custody handoff and chamber condition with the recovered sample.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 fund only part of development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revenue: $5,460,000.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operating result: $-2,212,600.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losses remain visible; expected asteroid sales are excluded.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 and spending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Available-quarter performance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contracted work drives recognition; the series is not a mining forecast.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 and commitments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112.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backlog: $43,680,000.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36.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ground-development scope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volatile-handling trials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defined ground-development campaign only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recovery does not prove in-space storage feasibility.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risk and stop condition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contamination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failed trials and owned discrepancy dispositions.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is a sequence of conditional gates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Preferred scope versus broader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Maintain bounded development and contracted delivery.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verification closure.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Tradeoff: Defer optional feature breadth to preserve verification quality and service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Requested actions and accountable owners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Retain sealed volatile-handling trials as the current development priority. Owner: Quinn Mercer; due 2022-11-15.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Close critical discrepancies before adding optional campaign scope. Owner: Sasha Linden; due 2022-11-15.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 Maintain service delivery and report development spending separately from any prospective mining economics. Owner: Casey Marlow; due 2022-11-15.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 goal: Retain the conditional demonstration goal; do not represent future milestones as approved missions. Owner: Avery Rowan; due 2022-11-15.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bounded development, not a mission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2022-10-15 | Board confidential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requested; not represented as approved in the board briefing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mission authorization or resource reserve is represented.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2032 objective conditional on evidence, funding, and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Volatile-handling controls - Capital and Readiness Briefing</dc:title>
  <dc:subject>AstroDig LLC - Volatile-handling controls - Capital and Readiness Briefing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
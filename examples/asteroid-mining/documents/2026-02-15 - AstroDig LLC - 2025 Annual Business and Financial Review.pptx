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0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1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0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7.xlsx"/></Relationships>
</file>

<file path=ppt/charts/_rels/chart10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8.xlsx"/></Relationships>
</file>

<file path=ppt/charts/_rels/chart10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9.xlsx"/></Relationships>
</file>

<file path=ppt/charts/_rels/chart1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0.xlsx"/></Relationships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47000000</c:v>
                </c:pt>
                <c:pt idx="1">
                  <c:v>17860000</c:v>
                </c:pt>
                <c:pt idx="2">
                  <c:v>40590000</c:v>
                </c:pt>
                <c:pt idx="3">
                  <c:v>-11450000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29610000</c:v>
                </c:pt>
                <c:pt idx="1">
                  <c:v>12690000</c:v>
                </c:pt>
                <c:pt idx="2">
                  <c:v>4700000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29224800</c:v>
                </c:pt>
                <c:pt idx="1">
                  <c:v>7306200</c:v>
                </c:pt>
                <c:pt idx="2">
                  <c:v>4059000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9400000</c:v>
                </c:pt>
                <c:pt idx="1">
                  <c:v>10810000</c:v>
                </c:pt>
                <c:pt idx="2">
                  <c:v>12220000</c:v>
                </c:pt>
                <c:pt idx="3">
                  <c:v>14570000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Prospecting architecture review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$47,000,000
Operating result: $-11,450,000
Period-end headcount: 204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178.
Accepted reference runs: 414.
Rejected reference runs retained: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$131,130,000.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 direct characterization evidence before authorizing extraction-scale expansion.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resource uncertainty.
Stop expansion when a critical verification discrepancy remains open.
No mining reserve or commercial resource claim is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 sum to revenue of $47,000,000.
COGS: $17,860,000; opex: $40,590,000.
Operating result: $-11,450,000; headcount equals the Q4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Prior-year revenue: $36,500,000.
Current-year revenue: $47,000,000.
Change: $10,500,000; 28.8%.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Avery Rowan - Chief Executive Officer
Riley Arden - Chief Technology Officer
Casey Marlow - Chief Financial Officer
Quinn Mercer - Vice President of Mission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planned; depends on verified payload interfaces and approved funding.
2030: Direct asteroid characterization; planned; depends on launch access, mission authorization, and spacecraft performance.
2032: Resource extraction demonstration; goal;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- 2025 Annual Business and Financial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 architecture review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$47,000,000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$-11,450,000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204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178.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414.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16.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$131,130,000.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direct characterization evidence before authorizing extraction-scale expansion.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resource uncertainty.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mining reserve or commercial resource claim is made.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reconciliation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quarters sum to revenue of $47,000,000.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$17,860,000; opex: $40,590,000.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$-11,450,000; headcount equals the Q4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Available-year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2026-02-15 | Internal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revenue: $36,500,000.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Current-year revenue: $47,000,000.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$10,500,000; 28.8%.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Year-end accountable leadership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2026-02-15 | Internal |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Rowan - Chief Executive Officer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Arden - Chief Technology Officer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 Marlow - Chief Financial Officer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Mercer - Vice President of Mission Systems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 gates remain prospective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2026-02-15 | Internal |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planned;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planned;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goal;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- 2025 Annual Business and Financial Review</dc:title>
  <dc:subject>AstroDig LLC - 2025 Annual Business and Financial Review</dc:subject>
  <dc:creator>AstroDig LLC</dc:creator>
  <cp:lastModifiedBy>AstroDig LLC</cp:lastModifiedBy>
  <cp:revision>1</cp:revision>
  <dcterms:created xsi:type="dcterms:W3CDTF">2026-10-08T21:29:39Z</dcterms:created>
  <dcterms:modified xsi:type="dcterms:W3CDTF">2026-10-08T21:29:39Z</dcterms:modified>
</cp:coreProperties>
</file>
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Reduced-Scope Integration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schedule compression.
The revised integration scope does not accelerate the mining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 verification work while deferring optional feature expansion.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revised integration scope does not accelerate the mining date.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8.0 -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Reduced-Scope Integration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schedule compression.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revised integration scope does not accelerate the mining date.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verification work while deferring optional feature expansion.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revised integration scope does not accelerate the mining date.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8.0 - Ground Campaign Overview</dc:title>
  <dc:subject>AstroDig LLC - RegolithWorks 8.0 - Ground Campaign Overview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
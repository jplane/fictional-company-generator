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600000</c:v>
                </c:pt>
                <c:pt idx="1">
                  <c:v>228000</c:v>
                </c:pt>
                <c:pt idx="2">
                  <c:v>1790000</c:v>
                </c:pt>
                <c:pt idx="3">
                  <c:v>-1418000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450000</c:v>
                </c:pt>
                <c:pt idx="1">
                  <c:v>90000</c:v>
                </c:pt>
                <c:pt idx="2">
                  <c:v>60000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1288800</c:v>
                </c:pt>
                <c:pt idx="1">
                  <c:v>322200</c:v>
                </c:pt>
                <c:pt idx="2">
                  <c:v>179000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120000</c:v>
                </c:pt>
                <c:pt idx="1">
                  <c:v>138000</c:v>
                </c:pt>
                <c:pt idx="2">
                  <c:v>156000</c:v>
                </c:pt>
                <c:pt idx="3">
                  <c:v>186000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foundation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$600,000
Operating result: $-1,418,000
Period-end headcount: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34.
Accepted reference runs: 78.
Rejected reference runs retained: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$1,674,000.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traceable engineering baselines before committing to hardware.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reference-data consistency.
Stop expansion when a critical verification discrepancy remains open.
No hardware flight heritage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$600,000.
COGS: $228,000; opex: $1,790,000.
Operating result: $-1,418,000;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2013 is the founding reporting year.
No prior-year company actuals are available.
The four-quarter profile establishes the comparison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Morgan Vale - Chief Financial Officer
Quinn Mercer - Director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- 2013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foundation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$600,000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$-1,418,000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8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34.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78.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18.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$1,674,000.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traceable engineering baselines before committing to hardware.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reference-data consistency.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flight heritage exists.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$600,000.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$228,000; opex: $1,790,000.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$-1,418,000;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is the founding reporting year.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prior-year company actuals are available.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four-quarter profile establishes the comparison baseline.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Vale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Director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- 2013 Annual Business and Financial Review</dc:title>
  <dc:subject>AstroDig LLC - 2013 Annual Business and Financial Review</dc:subject>
  <dc:creator>AstroDig LLC</dc:creator>
  <cp:lastModifiedBy>AstroDig LLC</cp:lastModifiedBy>
  <cp:revision>1</cp:revision>
  <dcterms:created xsi:type="dcterms:W3CDTF">2026-10-08T21:29:36Z</dcterms:created>
  <dcterms:modified xsi:type="dcterms:W3CDTF">2026-10-08T21:29:36Z</dcterms:modified>
</cp:coreProperties>
</file>
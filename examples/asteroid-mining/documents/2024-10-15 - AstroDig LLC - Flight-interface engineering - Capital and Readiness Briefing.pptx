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00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9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9.xlsx"/></Relationships>
</file>

<file path=ppt/charts/_rels/chart1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0.xlsx"/></Relationships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9490000</c:v>
                </c:pt>
                <c:pt idx="1">
                  <c:v>3606200</c:v>
                </c:pt>
                <c:pt idx="2">
                  <c:v>8591700</c:v>
                </c:pt>
                <c:pt idx="3">
                  <c:v>-2707900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7300000</c:v>
                </c:pt>
                <c:pt idx="1">
                  <c:v>8395000</c:v>
                </c:pt>
                <c:pt idx="2">
                  <c:v>9490000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Flight-interface engineering
Q3 2024; requested decisions, not recorded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 bounded development and contracted delivery
Defer optional feature breadth to preserve verification quality and service capacity
Freeze external interfaces only after verified supplier configuration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revenue: $9,490,000.
Q3 operating result: $-2,707,900.
Operating losses remain visible; expected asteroid sales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Accepted contracted work drives recognition; the series is not a mining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Period-end headcount: 163.
Contracted backlog: $75,920,000.
Completed work packages: 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flight-interface development
Authorize the defined ground-development campaign only
Flight-interface work is not a launch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supplier qualification
Stop expansion when a critical verification discrepancy remains open.
Retain failed trials and owned discrepancy dispositions.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depends on verified payload interfaces and approved funding.
2030: Direct asteroid characterization; depends on launch access, mission authorization, and spacecraft performance.
2032: Resource extraction demonstration;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Preferred: Maintain bounded development and contracted delivery.
Alternative: Expand optional functionality before verification closure.
Tradeoff: Defer optional feature breadth to preserve verification quality and service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Retain flight-interface development as the current development priority. Owner: Quinn Mercer; due 2024-11-15.
Verification: Close critical discrepancies before adding optional campaign scope. Owner: Sasha Linden; due 2024-11-15.
Finance: Maintain service delivery and report development spending separately from any prospective mining economics. Owner: Casey Marlow; due 2024-11-15.
2032 goal: Retain the conditional demonstration goal; do not represent future milestones as approved missions. Owner: Avery Rowan; due 2024-11-15.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requested; not represented as approved in the board briefing
No mission authorization or resource reserve is represented.
Keep the 2032 objective conditional on evidence, funding,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Flight-interface engineering - Capital and Readiness Briefing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2024-10-15 | Board confidential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Flight-interface engineering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2024; requested decisions, not recorded approvals.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in front of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2024-10-15 | Board confidential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bounded development and contracted delivery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optional feature breadth to preserve verification quality and service capacity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external interfaces only after verified supplier configuration evidence.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fund only part of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2024-10-15 | Board confidential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$9,490,000.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operating result: $-2,707,900.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losses remain visible; expected asteroid sales are excluded.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and spending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2024-10-15 | Board confidential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Available-quarter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2024-10-15 | Board confidential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contracted work drives recognition; the series is not a mining forecast.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and commitments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2024-10-15 | Board confidential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163.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backlog: $75,920,000.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42.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ground-development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2024-10-15 | Board confidential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flight-interface development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defined ground-development campaign only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Flight-interface work is not a launch approval.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 and stop 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2024-10-15 | Board confidential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qualification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failed trials and owned discrepancy dispositions.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is a sequence of conditional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2024-10-15 | Board confidential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scope versus broader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2024-10-15 | Board confidential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Maintain bounded development and contracted delivery.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verification closure.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Defer optional feature breadth to preserve verification quality and service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Requested actions and accountable owners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2024-10-15 | Board confidential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Retain flight-interface development as the current development priority. Owner: Quinn Mercer; due 2024-11-15.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Close critical discrepancies before adding optional campaign scope. Owner: Sasha Linden; due 2024-11-15.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Maintain service delivery and report development spending separately from any prospective mining economics. Owner: Casey Marlow; due 2024-11-15.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goal: Retain the conditional demonstration goal; do not represent future milestones as approved missions. Owner: Avery Rowan; due 2024-11-15.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bounded development, not a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2024-10-15 | Board confidential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requested; not represented as approved in the board briefing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mission authorization or resource reserve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2032 objective conditional on evidence, funding, and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Flight-interface engineering - Capital and Readiness Briefing</dc:title>
  <dc:subject>AstroDig LLC - Flight-interface engineering - Capital and Readiness Briefing</dc:subject>
  <dc:creator>AstroDig LLC</dc:creator>
  <cp:lastModifiedBy>AstroDig LLC</cp:lastModifiedBy>
  <cp:revision>1</cp:revision>
  <dcterms:created xsi:type="dcterms:W3CDTF">2026-10-08T21:29:39Z</dcterms:created>
  <dcterms:modified xsi:type="dcterms:W3CDTF">2026-10-08T21:29:39Z</dcterms:modified>
</cp:coreProperties>
</file>
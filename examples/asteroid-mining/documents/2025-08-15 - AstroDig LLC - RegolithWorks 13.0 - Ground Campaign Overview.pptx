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Prospecting Payload Review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resource uncertainty.
No mining reserve or commercial resource claim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direct characterization evidence before authorizing extraction-scale expansion.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mining reserve or commercial resource claim is made.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13.0 -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Payload Review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resource uncertainty.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mining reserve or commercial resource claim is made.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direct characterization evidence before authorizing extraction-scale expansion.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mining reserve or commercial resource claim is made.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13.0 - Ground Campaign Overview</dc:title>
  <dc:subject>AstroDig LLC - RegolithWorks 13.0 - Ground Campaign Overview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
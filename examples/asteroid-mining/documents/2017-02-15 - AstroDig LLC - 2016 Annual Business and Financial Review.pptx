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3600000</c:v>
                </c:pt>
                <c:pt idx="1">
                  <c:v>1368000</c:v>
                </c:pt>
                <c:pt idx="2">
                  <c:v>5900000</c:v>
                </c:pt>
                <c:pt idx="3">
                  <c:v>-3668000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2592000</c:v>
                </c:pt>
                <c:pt idx="1">
                  <c:v>648000</c:v>
                </c:pt>
                <c:pt idx="2">
                  <c:v>360000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4248000</c:v>
                </c:pt>
                <c:pt idx="1">
                  <c:v>1062000</c:v>
                </c:pt>
                <c:pt idx="2">
                  <c:v>590000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720000</c:v>
                </c:pt>
                <c:pt idx="1">
                  <c:v>828000</c:v>
                </c:pt>
                <c:pt idx="2">
                  <c:v>936000</c:v>
                </c:pt>
                <c:pt idx="3">
                  <c:v>1116000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Closed-chamber bench commissioning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$3,600,000
Operating result: $-3,668,000
Period-end headcount: 32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70.
Accepted reference runs: 162.
Rejected reference runs retained: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$10,044,000.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repeatable blank runs before interpreting recovered material.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chamber contamination.
Stop expansion when a critical verification discrepancy remains open.
Ground chambers cannot reproduce every small-body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$3,600,000.
COGS: $1,368,000; opex: $5,900,000.
Operating result: $-3,668,000;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$2,200,000.
Current-year revenue: $3,600,000.
Change: $1,400,000; 63.6%.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Morgan Vale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- 2016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Closed-chamber bench commissioning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$3,600,000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$-3,668,000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32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70.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162.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15.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$10,044,000.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repeatable blank runs before interpreting recovered material.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chamber contamination.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chambers cannot reproduce every small-body condition.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$3,600,000.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$1,368,000; opex: $5,900,000.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$-3,668,000;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$2,200,000.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$3,600,000.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$1,400,000; 63.6%.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Vale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- 2016 Annual Business and Financial Review</dc:title>
  <dc:subject>AstroDig LLC - 2016 Annual Business and Financial Review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
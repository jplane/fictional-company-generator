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10800000</c:v>
                </c:pt>
                <c:pt idx="1">
                  <c:v>4104000</c:v>
                </c:pt>
                <c:pt idx="2">
                  <c:v>13460000</c:v>
                </c:pt>
                <c:pt idx="3">
                  <c:v>-6764000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7344000</c:v>
                </c:pt>
                <c:pt idx="1">
                  <c:v>2376000</c:v>
                </c:pt>
                <c:pt idx="2">
                  <c:v>1080000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9691200</c:v>
                </c:pt>
                <c:pt idx="1">
                  <c:v>2422800</c:v>
                </c:pt>
                <c:pt idx="2">
                  <c:v>1346000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2160000</c:v>
                </c:pt>
                <c:pt idx="1">
                  <c:v>2484000</c:v>
                </c:pt>
                <c:pt idx="2">
                  <c:v>2808000</c:v>
                </c:pt>
                <c:pt idx="3">
                  <c:v>3348000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 reset and program focus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$10,800,000
Operating result: $-6,764,000
Period-end headcount: 74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118.
Accepted reference runs: 274.
Rejected reference runs retained: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$30,132,000.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 verification work while deferring optional feature expansion.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schedule compression.
Stop expansion when a critical verification discrepancy remains open.
The revised integration scope does not accelerate the mining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$10,800,000.
COGS: $4,104,000; opex: $13,460,000.
Operating result: $-6,764,000;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$11,500,000.
Current-year revenue: $10,800,000.
Change: $-700,000; -6.1%.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- 2020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reset and program focus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$10,800,000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$-6,764,000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74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118.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274.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$30,132,000.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verification work while deferring optional feature expansion.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schedule compression.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integration scope does not accelerate the mining date.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$10,800,000.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$4,104,000; opex: $13,460,000.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$-6,764,000;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$11,500,000.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$10,800,000.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$-700,000; -6.1%.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- 2020 Annual Business and Financial Review</dc:title>
  <dc:subject>AstroDig LLC - 2020 Annual Business and Financial Review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
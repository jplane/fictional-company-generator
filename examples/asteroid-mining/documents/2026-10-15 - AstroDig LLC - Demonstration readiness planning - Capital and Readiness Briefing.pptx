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_rels/chart1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2.xlsx"/></Relationships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15470000</c:v>
                </c:pt>
                <c:pt idx="1">
                  <c:v>5878600</c:v>
                </c:pt>
                <c:pt idx="2">
                  <c:v>12853100</c:v>
                </c:pt>
                <c:pt idx="3">
                  <c:v>-3261700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11900000</c:v>
                </c:pt>
                <c:pt idx="1">
                  <c:v>13685000</c:v>
                </c:pt>
                <c:pt idx="2">
                  <c:v>15470000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Demonstration readiness planning
Q3 2026;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Retain the 2032 goal while making each intermediate commitment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$15,470,000.
Q3 operating result: $-3,261,700.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225.
Contracted backlog: $123,760,000.
Completed work packages: 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2032 demonstration gate review
Authorize the defined ground-development campaign only
Mining has not begun and no mission approval is represented.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 and flight dependencies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2032 demonstration gate review as the current development priority. Owner: Quinn Mercer; due 2026-11-15.
Verification: Close critical discrepancies before adding optional campaign scope. Owner: Sasha Linden; due 2026-11-15.
Finance: Maintain service delivery and report development spending separately from any prospective mining economics. Owner: Casey Marlow; due 2026-11-15.
2032 goal: Retain the conditional demonstration goal; do not represent future milestones as approved missions. Owner: Avery Rowan; due 2026-11-15.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Demonstration readiness planning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readiness planning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2032 goal while making each intermediate commitment conditional.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$15,470,000.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$-3,261,700.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225.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$123,760,000.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48.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demonstration gate review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has not begun and no mission approval is represented.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and flight dependencies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2032 demonstration gate review as the current development priority. Owner: Quinn Mercer; due 2026-11-15.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2026-11-15.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Casey Marlow; due 2026-11-15.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2026-11-15.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Demonstration readiness planning - Capital and Readiness Briefing</dc:title>
  <dc:subject>AstroDig LLC - Demonstration readiness planning - Capital and Readiness Briefing</dc:subject>
  <dc:creator>AstroDig LLC</dc:creator>
  <cp:lastModifiedBy>AstroDig LLC</cp:lastModifiedBy>
  <cp:revision>1</cp:revision>
  <dcterms:created xsi:type="dcterms:W3CDTF">2026-10-08T21:29:40Z</dcterms:created>
  <dcterms:modified xsi:type="dcterms:W3CDTF">2026-10-08T21:29:40Z</dcterms:modified>
</cp:coreProperties>
</file>
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Thermal-Vacuum Commissioning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chamber contamination.
Ground chambers cannot reproduce every small-body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repeatable blank runs before interpreting recovered material.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chambers cannot reproduce every small-body condition.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4.0 -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Thermal-Vacuum Commissioning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chamber contamination.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chambers cannot reproduce every small-body condition.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repeatable blank runs before interpreting recovered material.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chambers cannot reproduce every small-body condition.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4.0 - Ground Campaign Overview</dc:title>
  <dc:subject>AstroDig LLC - RegolithWorks 4.0 - Ground Campaign Overview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
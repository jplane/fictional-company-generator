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Contact-Sequence Rehearsal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navigation uncertainty.
No asteroid-contact demonstration has been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loss of contact confidence as a hold condition rather than a reason to continue.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asteroid-contact demonstration has been completed.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9.0 -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Contact-Sequence Rehearsal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navigation uncertainty.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asteroid-contact demonstration has been completed.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loss of contact confidence as a hold condition rather than a reason to continue.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asteroid-contact demonstration has been completed.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9.0 - Ground Campaign Overview</dc:title>
  <dc:subject>AstroDig LLC - RegolithWorks 9.0 - Ground Campaign Overview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
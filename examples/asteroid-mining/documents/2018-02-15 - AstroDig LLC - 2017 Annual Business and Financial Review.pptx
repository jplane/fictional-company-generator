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5600000</c:v>
                </c:pt>
                <c:pt idx="1">
                  <c:v>2128000</c:v>
                </c:pt>
                <c:pt idx="2">
                  <c:v>7920000</c:v>
                </c:pt>
                <c:pt idx="3">
                  <c:v>-4448000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3976000</c:v>
                </c:pt>
                <c:pt idx="1">
                  <c:v>1064000</c:v>
                </c:pt>
                <c:pt idx="2">
                  <c:v>560000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5702400</c:v>
                </c:pt>
                <c:pt idx="1">
                  <c:v>1425600</c:v>
                </c:pt>
                <c:pt idx="2">
                  <c:v>792000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1120000</c:v>
                </c:pt>
                <c:pt idx="1">
                  <c:v>1288000</c:v>
                </c:pt>
                <c:pt idx="2">
                  <c:v>1456000</c:v>
                </c:pt>
                <c:pt idx="3">
                  <c:v>1736000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and containment iteration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$5,600,000
Operating result: $-4,448,000
Period-end headcount: 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82.
Accepted reference runs: 190.
Rejected reference runs retained: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$15,624,000.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 contained recovery over an open collection path.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material escape.
Stop expansion when a critical verification discrepancy remains open.
Capture efficiency is limited to controlled test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$5,600,000.
COGS: $2,128,000; opex: $7,920,000.
Operating result: $-4,448,000;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$3,600,000.
Current-year revenue: $5,600,000.
Change: $2,000,000; 55.6%.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- 2017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containment iteration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$5,600,000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$-4,448,000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45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82.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190.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14.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$15,624,000.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contained recovery over an open collection path.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material escape.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efficiency is limited to controlled test materials.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$5,600,000.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$2,128,000; opex: $7,920,000.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$-4,448,000;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$3,600,000.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$5,600,000.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$2,000,000; 55.6%.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- 2017 Annual Business and Financial Review</dc:title>
  <dc:subject>AstroDig LLC - 2017 Annual Business and Financial Review</dc:subject>
  <dc:creator>AstroDig LLC</dc:creator>
  <cp:lastModifiedBy>AstroDig LLC</cp:lastModifiedBy>
  <cp:revision>1</cp:revision>
  <dcterms:created xsi:type="dcterms:W3CDTF">2026-10-08T21:29:38Z</dcterms:created>
  <dcterms:modified xsi:type="dcterms:W3CDTF">2026-10-08T21:29:38Z</dcterms:modified>
</cp:coreProperties>
</file>
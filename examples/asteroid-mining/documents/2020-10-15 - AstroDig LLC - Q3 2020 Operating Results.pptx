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7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7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7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7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7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3.xlsx"/></Relationships>
</file>

<file path=ppt/charts/_rels/chart7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4.xlsx"/></Relationships>
</file>

<file path=ppt/charts/_rels/chart7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5.xlsx"/></Relationships>
</file>

<file path=ppt/charts/_rels/chart7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6.xlsx"/></Relationships>
</file>

<file path=ppt/charts/chart7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Revenue</c:v>
                  </c:pt>
                  <c:pt idx="1">
                    <c:v>COGS</c:v>
                  </c:pt>
                  <c:pt idx="2">
                    <c:v>Opex</c:v>
                  </c:pt>
                  <c:pt idx="3">
                    <c:v>Operating result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2808000</c:v>
                </c:pt>
                <c:pt idx="1">
                  <c:v>1067040</c:v>
                </c:pt>
                <c:pt idx="2">
                  <c:v>3499600</c:v>
                </c:pt>
                <c:pt idx="3">
                  <c:v>-1758640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Engineering</c:v>
                  </c:pt>
                  <c:pt idx="1">
                    <c:v>Instruments</c:v>
                  </c:pt>
                  <c:pt idx="2">
                    <c:v>Mission analysis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1909440</c:v>
                </c:pt>
                <c:pt idx="1">
                  <c:v>617760</c:v>
                </c:pt>
                <c:pt idx="2">
                  <c:v>280800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R&amp;D</c:v>
                  </c:pt>
                  <c:pt idx="1">
                    <c:v>Program operations</c:v>
                  </c:pt>
                  <c:pt idx="2">
                    <c:v>Administration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2519712</c:v>
                </c:pt>
                <c:pt idx="1">
                  <c:v>629928</c:v>
                </c:pt>
                <c:pt idx="2">
                  <c:v>349960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2160000</c:v>
                </c:pt>
                <c:pt idx="1">
                  <c:v>2484000</c:v>
                </c:pt>
                <c:pt idx="2">
                  <c:v>2808000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Funding reset and program focus
USD; calendar fiscal year; engineering and development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Revenue: $2,808,000
Operating result: $-1,758,640
Period-end headcount: 70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verification capacity is maintained ahead of mission deployment.
Development spending remains distinct from prospective mining economics.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Recognize engineering and development revenue against accepted contracted work; do not recognize projected asteroid sales.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development is the largest operating-expense category.
Program operations and administration remain separately identifiable.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Quarterly revenue reflects accepted contracted work, not asteroid sales.
Only periods available at publication are included.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Completed work packages: 30.
Accepted reference runs: 70.
Rejected reference runs retained: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Contracted backlog at period end: $22,464,000.
Remaining contracted engineering work at a stated date; not recognized revenue or a guarantee of future collection.
No cash-flow or liquidity conclusion is derived from this 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 verification work while deferring optional feature expansion.
Alternative: Expand optional functionality before closing verification evidence.
Disposition: Defer optional scope until reference evidence is accepted.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Principal risk: schedule compression.
Stop expansion when a critical verification discrepancy remains open.
The revised integration scope does not accelerate the mining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Continue the approved ground-development scope; no asteroid commodity revenue is included in the operating outlook.
No commercial asteroid extraction revenue is assumed.
The 2032 demonstration remains conditional.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Q3 2020 Operating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2020-10-15 | Internal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reset and program focus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USD; calendar fiscal year; engineering and development operations.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Operating result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2020-10-15 | Internal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$2,808,000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result: $-1,758,640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Period-end headcount: 70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to operating result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2020-10-15 | Internal | 3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verification capacity is maintained ahead of mission deployment.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spending remains distinct from prospective mining economics.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recognized revenue comes from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2020-10-15 | Internal | 4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engineering and development revenue against accepted contracted work; do not recognize projected asteroid sales.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resources dominate spending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2020-10-15 | Internal | 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development is the largest operating-expense category.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operations and administration remain separately identifiable.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Quarterly recognition profile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2020-10-15 | Internal | 6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revenue reflects accepted contracted work, not asteroid sales.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periods available at publication are included.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and reference evidence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2020-10-15 | Internal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work packages: 30.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reference runs: 70.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reference runs retained: 2.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Commitments are not collections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2020-10-15 | Internal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 backlog at period end: $22,464,000.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contracted engineering work at a stated date; not recognized revenue or a guarantee of future collection.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cash-flow or liquidity conclusion is derived from this snapshot.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priority and tradeoff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2020-10-15 | Internal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verification work while deferring optional feature expansion.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Expand optional functionality before closing verification evidence.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Disposition: Defer optional scope until reference evidence is accepted.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Risk, response, and evidence boundary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2020-10-15 | Internal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risk: schedule compression.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expansion when a critical verification discrepancy remains open.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revised integration scope does not accelerate the mining date.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Labeled operating outlook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2020-10-15 | Internal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the approved ground-development scope; no asteroid commodity revenue is included in the operating outlook.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commercial asteroid extraction revenue is assumed.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2032 demonstration remains conditional.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Q3 2020 Operating Results</dc:title>
  <dc:subject>AstroDig LLC - Q3 2020 Operating Results</dc:subject>
  <dc:creator>AstroDig LLC</dc:creator>
  <cp:lastModifiedBy>AstroDig LLC</cp:lastModifiedBy>
  <cp:revision>1</cp:revision>
  <dcterms:created xsi:type="dcterms:W3CDTF">2026-10-08T21:29:38Z</dcterms:created>
  <dcterms:modified xsi:type="dcterms:W3CDTF">2026-10-08T21:29:38Z</dcterms:modified>
</cp:coreProperties>
</file>
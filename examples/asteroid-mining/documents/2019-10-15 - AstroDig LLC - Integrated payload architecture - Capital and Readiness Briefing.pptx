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2990000</c:v>
                </c:pt>
                <c:pt idx="1">
                  <c:v>1136200</c:v>
                </c:pt>
                <c:pt idx="2">
                  <c:v>3430700</c:v>
                </c:pt>
                <c:pt idx="3">
                  <c:v>-1576900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2300000</c:v>
                </c:pt>
                <c:pt idx="1">
                  <c:v>2645000</c:v>
                </c:pt>
                <c:pt idx="2">
                  <c:v>2990000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 payload architecture
Q3 2019;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Control interface revisions before combining independently tested subsystems.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$2,990,000.
Q3 operating result: $-1,576,900.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73.
Contracted backlog: $23,920,000.
Completed work packages: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payload interface integration
Authorize the defined ground-development campaign only
Integrated ground prototypes remain development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and power growth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payload interface integration as the current development priority. Owner: Quinn Mercer; due 2019-11-15.
Verification: Close critical discrepancies before adding optional campaign scope. Owner: Sasha Linden; due 2019-11-15.
Finance: Maintain service delivery and report development spending separately from any prospective mining economics. Owner: Morgan Vale; due 2019-11-15.
2032 goal: Retain the conditional demonstration goal; do not represent future milestones as approved missions. Owner: Avery Rowan; due 2019-11-15.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Integrated payload architecture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payload architecture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2019;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interface revisions before combining independently tested subsystems.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$2,990,000.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$-1,576,900.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73.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$23,920,000.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27.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interface integration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ground prototypes remain development hardware.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and power growth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payload interface integration as the current development priority. Owner: Quinn Mercer; due 2019-11-15.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2019-11-15.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Morgan Vale; due 2019-11-15.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2019-11-15.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Integrated payload architecture - Capital and Readiness Briefing</dc:title>
  <dc:subject>AstroDig LLC - Integrated payload architecture - Capital and Readiness Briefing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
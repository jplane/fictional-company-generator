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0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0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1.xlsx"/></Relationships>
</file>

<file path=ppt/charts/_rels/chart1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2.xlsx"/></Relationships>
</file>

<file path=ppt/charts/_rels/chart10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3.xlsx"/></Relationships>
</file>

<file path=ppt/charts/_rels/chart10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4.xlsx"/></Relationships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36500000</c:v>
                </c:pt>
                <c:pt idx="1">
                  <c:v>13870000</c:v>
                </c:pt>
                <c:pt idx="2">
                  <c:v>33045000</c:v>
                </c:pt>
                <c:pt idx="3">
                  <c:v>-10415000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23360000</c:v>
                </c:pt>
                <c:pt idx="1">
                  <c:v>9490000</c:v>
                </c:pt>
                <c:pt idx="2">
                  <c:v>3650000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23792400</c:v>
                </c:pt>
                <c:pt idx="1">
                  <c:v>5948100</c:v>
                </c:pt>
                <c:pt idx="2">
                  <c:v>3304500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7300000</c:v>
                </c:pt>
                <c:pt idx="1">
                  <c:v>8395000</c:v>
                </c:pt>
                <c:pt idx="2">
                  <c:v>9490000</c:v>
                </c:pt>
                <c:pt idx="3">
                  <c:v>11315000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Flight-interface engineering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$36,500,000
Operating result: $-10,415,000
Period-end headcount: 172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166.
Accepted reference runs: 386.
Rejected reference runs retained: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$101,835,000.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Freeze external interfaces only after verified supplier configuration evidence.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supplier qualification.
Stop expansion when a critical verification discrepancy remains open.
Flight-interface work is not a launch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quarters sum to revenue of $36,500,000.
COGS: $13,870,000; opex: $33,045,000.
Operating result: $-10,415,000; headcount equals the Q4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Prior-year revenue: $28,000,000.
Current-year revenue: $36,500,000.
Change: $8,500,000; 30.4%.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Avery Rowan - Chief Executive Officer
Riley Arden - Chief Technology Officer
Casey Marlow - Chief Financial Officer
Quinn Mercer - Vice President of Mission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2028: Prospecting spacecraft design review; planned; depends on verified payload interfaces and approved funding.
2030: Direct asteroid characterization; planned; depends on launch access, mission authorization, and spacecraft performance.
2032: Resource extraction demonstration; goal; depends on characterization evidence, extraction readiness, and funded mission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- 2024 Annual Business and Financial Review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Flight-interface engineering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$36,500,000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$-10,415,000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172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166.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386.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17.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$101,835,000.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external interfaces only after verified supplier configuration evidence.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supplier qualification.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Flight-interface work is not a launch approval.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reconciliation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quarters sum to revenue of $36,500,000.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COGS: $13,870,000; opex: $33,045,000.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$-10,415,000; headcount equals the Q4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Available-year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Prior-year revenue: $28,000,000.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Current-year revenue: $36,500,000.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Change: $8,500,000; 30.4%.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Year-end accountable leadership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2066544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65960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Avery Rowan - Chief Executive Officer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94360" y="2944368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" y="3090672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2990088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 Arden - Chief Technology Officer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3968496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4114800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014216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Casey Marlow - Chief Financial Officer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94360" y="4992624"/>
            <a:ext cx="566928" cy="822960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5138928"/>
            <a:ext cx="493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63040" y="5038344"/>
            <a:ext cx="9555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Quinn Mercer - Vice President of Mission Systems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mission gates remain prospective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2025-02-15 | Internal | 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58952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2028: Prospecting spacecraft design review; planned; depends on verified payload interfaces and approved funding.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49496" y="2103120"/>
            <a:ext cx="3462528" cy="3401568"/>
          </a:xfrm>
          <a:prstGeom prst="rect">
            <a:avLst/>
          </a:prstGeom>
          <a:solidFill>
            <a:srgbClr val="E6DED2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4088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14088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2030: Direct asteroid characterization; planned; depends on launch access, mission authorization, and spacecraft performance.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104632" y="2103120"/>
            <a:ext cx="3462528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9224" y="2286000"/>
            <a:ext cx="3133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269224" y="3063240"/>
            <a:ext cx="313334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2032: Resource extraction demonstration; goal; depends on characterization evidence, extraction readiness, and funded mission operations.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- 2024 Annual Business and Financial Review</dc:title>
  <dc:subject>AstroDig LLC - 2024 Annual Business and Financial Review</dc:subject>
  <dc:creator>AstroDig LLC</dc:creator>
  <cp:lastModifiedBy>AstroDig LLC</cp:lastModifiedBy>
  <cp:revision>1</cp:revision>
  <dcterms:created xsi:type="dcterms:W3CDTF">2026-10-08T21:29:39Z</dcterms:created>
  <dcterms:modified xsi:type="dcterms:W3CDTF">2026-10-08T21:29:39Z</dcterms:modified>
</cp:coreProperties>
</file>
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ca4ba45ad5d4e75" /><Relationship Type="http://schemas.openxmlformats.org/package/2006/relationships/metadata/core-properties" Target="/docProps/core.xml" Id="R96528df4c85240f8" /><Relationship Type="http://schemas.openxmlformats.org/officeDocument/2006/relationships/extended-properties" Target="/docProps/app.xml" Id="R0e7dbee6ae0b4d86" /><Relationship Type="http://schemas.openxmlformats.org/officeDocument/2006/relationships/custom-properties" Target="/docProps/custom.xml" Id="R78e2fec3fc064b9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30929c4a3d94ee6"/>
  </p:notesMasterIdLst>
  <p:sldIdLst>
    <p:sldId id="256" r:id="R198647aa16514e54"/>
    <p:sldId id="257" r:id="R8418df63493e44e6"/>
    <p:sldId id="258" r:id="Rd97a1d6eb1364e14"/>
    <p:sldId id="259" r:id="Rbf55f9719f754a60"/>
    <p:sldId id="260" r:id="Rdb738eb8b98c4746"/>
    <p:sldId id="261" r:id="R6dc5a766935d480b"/>
    <p:sldId id="262" r:id="R2aa9b272b8bd47ee"/>
    <p:sldId id="263" r:id="R257b3a60140b446b"/>
    <p:sldId id="264" r:id="R0200bbbb792f4eb6"/>
    <p:sldId id="265" r:id="R13fddd76042743bd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98647aa16514e54" /><Relationship Type="http://schemas.openxmlformats.org/officeDocument/2006/relationships/notesMaster" Target="/ppt/notesMasters/notesMaster1.xml" Id="R530929c4a3d94ee6" /><Relationship Type="http://schemas.openxmlformats.org/officeDocument/2006/relationships/slide" Target="/ppt/slides/slide2.xml" Id="R8418df63493e44e6" /><Relationship Type="http://schemas.openxmlformats.org/officeDocument/2006/relationships/slide" Target="/ppt/slides/slide3.xml" Id="Rd97a1d6eb1364e14" /><Relationship Type="http://schemas.openxmlformats.org/officeDocument/2006/relationships/slide" Target="/ppt/slides/slide4.xml" Id="Rbf55f9719f754a60" /><Relationship Type="http://schemas.openxmlformats.org/officeDocument/2006/relationships/slide" Target="/ppt/slides/slide5.xml" Id="Rdb738eb8b98c4746" /><Relationship Type="http://schemas.openxmlformats.org/officeDocument/2006/relationships/slide" Target="/ppt/slides/slide6.xml" Id="R6dc5a766935d480b" /><Relationship Type="http://schemas.openxmlformats.org/officeDocument/2006/relationships/slide" Target="/ppt/slides/slide7.xml" Id="R2aa9b272b8bd47ee" /><Relationship Type="http://schemas.openxmlformats.org/officeDocument/2006/relationships/slide" Target="/ppt/slides/slide8.xml" Id="R257b3a60140b446b" /><Relationship Type="http://schemas.openxmlformats.org/officeDocument/2006/relationships/slide" Target="/ppt/slides/slide9.xml" Id="R0200bbbb792f4eb6" /><Relationship Type="http://schemas.openxmlformats.org/officeDocument/2006/relationships/slide" Target="/ppt/slides/slide10.xml" Id="R13fddd76042743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f013b9d2e44cb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efdd6984eb4148" /><Relationship Type="http://schemas.openxmlformats.org/officeDocument/2006/relationships/slide" Target="/ppt/slides/slide1.xml" Id="Ra973516ccb6d4b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55f07d7faa649c0" /><Relationship Type="http://schemas.openxmlformats.org/officeDocument/2006/relationships/slide" Target="/ppt/slides/slide2.xml" Id="R8092a1fe754a4f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fe0584b6e54b25" /><Relationship Type="http://schemas.openxmlformats.org/officeDocument/2006/relationships/slide" Target="/ppt/slides/slide3.xml" Id="R680eb08940c642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80a776459546b8" /><Relationship Type="http://schemas.openxmlformats.org/officeDocument/2006/relationships/slide" Target="/ppt/slides/slide4.xml" Id="R6231f37e621540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d033a3ae3e4362" /><Relationship Type="http://schemas.openxmlformats.org/officeDocument/2006/relationships/slide" Target="/ppt/slides/slide5.xml" Id="Rcc984acf57a044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ec85647c334511" /><Relationship Type="http://schemas.openxmlformats.org/officeDocument/2006/relationships/slide" Target="/ppt/slides/slide6.xml" Id="R6e5d792f1d20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e6a58193eb4c6c" /><Relationship Type="http://schemas.openxmlformats.org/officeDocument/2006/relationships/slide" Target="/ppt/slides/slide7.xml" Id="R7c0930c589084f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3b2039e9d3f438b" /><Relationship Type="http://schemas.openxmlformats.org/officeDocument/2006/relationships/slide" Target="/ppt/slides/slide8.xml" Id="Ra13b9aed110c4f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2ca709cea444f" /><Relationship Type="http://schemas.openxmlformats.org/officeDocument/2006/relationships/slide" Target="/ppt/slides/slide9.xml" Id="R37b1847029f446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67576fbcdf4e0d" /><Relationship Type="http://schemas.openxmlformats.org/officeDocument/2006/relationships/slide" Target="/ppt/slides/slide10.xml" Id="Rd9639955784646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GulfSwitch 6.0</a:t>
            </a:r>
          </a:p>
          <a:p xmlns:a="http://schemas.openxmlformats.org/drawingml/2006/main">
            <a:r>
              <a:rPr lang="en-US"/>
              <a:t>launched | 2025-08-15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digitally supervised multiphase power control with a documented PMBus subset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100 V maximum rated input</a:t>
            </a:r>
          </a:p>
          <a:p xmlns:a="http://schemas.openxmlformats.org/drawingml/2006/main">
            <a:r>
              <a:rPr lang="en-US"/>
              <a:t>24 A reference-stage output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edge systems</a:t>
            </a:r>
          </a:p>
          <a:p xmlns:a="http://schemas.openxmlformats.org/drawingml/2006/main">
            <a:r>
              <a:rPr lang="en-US"/>
              <a:t>industrial controller power stages</a:t>
            </a:r>
          </a:p>
          <a:p xmlns:a="http://schemas.openxmlformats.org/drawingml/2006/main">
            <a:r>
              <a:rPr lang="en-US"/>
              <a:t>embedded compute carrier boards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release-controlled adoption and milestone-based production support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r>
              <a:rPr lang="en-US"/>
              <a:t>97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fc7d78b8845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6c4c0139644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7a5b991824c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327c3d89241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dacf30f574bb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644cb1634024be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ed02662044278" /><Relationship Type="http://schemas.openxmlformats.org/officeDocument/2006/relationships/notesSlide" Target="/ppt/notesSlides/notesSlide1.xml" Id="Rcfd8c734ae2f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2b79845bd4700" /><Relationship Type="http://schemas.openxmlformats.org/officeDocument/2006/relationships/notesSlide" Target="/ppt/notesSlides/notesSlide2.xml" Id="Recf8f0bd96fd4a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317a798b744a8" /><Relationship Type="http://schemas.openxmlformats.org/officeDocument/2006/relationships/notesSlide" Target="/ppt/notesSlides/notesSlide3.xml" Id="Rdf5aeae1c8d948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1bfb8baf048d9" /><Relationship Type="http://schemas.openxmlformats.org/officeDocument/2006/relationships/notesSlide" Target="/ppt/notesSlides/notesSlide4.xml" Id="R171311a1e306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2600c6cc24d04" /><Relationship Type="http://schemas.openxmlformats.org/officeDocument/2006/relationships/notesSlide" Target="/ppt/notesSlides/notesSlide5.xml" Id="R3f463125fa6a41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738c480f5401d" /><Relationship Type="http://schemas.openxmlformats.org/officeDocument/2006/relationships/notesSlide" Target="/ppt/notesSlides/notesSlide6.xml" Id="R8256064b96344f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8c74d8730470b" /><Relationship Type="http://schemas.openxmlformats.org/officeDocument/2006/relationships/notesSlide" Target="/ppt/notesSlides/notesSlide7.xml" Id="R67b9f69cd74a49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a20dbbbe74520" /><Relationship Type="http://schemas.openxmlformats.org/officeDocument/2006/relationships/notesSlide" Target="/ppt/notesSlides/notesSlide8.xml" Id="R50a04268a10a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35f2bcf8a42a8" /><Relationship Type="http://schemas.openxmlformats.org/officeDocument/2006/relationships/notesSlide" Target="/ppt/notesSlides/notesSlide9.xml" Id="R71ff1cd4ab4d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13cc295bd489b" /><Relationship Type="http://schemas.openxmlformats.org/officeDocument/2006/relationships/notesSlide" Target="/ppt/notesSlides/notesSlide10.xml" Id="R330c86b82ab241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GulfSwitch 6.0 - Power Stage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GulfSwitch 6.0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digitally supervised multiphase power control with a documented PMBus subset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100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A reference-stage output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100 V maximum rated input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A reference-stage output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release-controlled adoption and milestone-based production support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97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2026-10-15T16:46:16.0000000Z</dcterms:created>
  <lastModifiedBy>OfficeCLI</lastModifiedBy>
  <dcterms:modified xsi:type="dcterms:W3CDTF">2026-10-15T16:46:18.5566491Z</dcterms:modified>
  <dc:title>SunnySemi LLC - GulfSwitch 6.0 - Power Stage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2026-10-15T16:46:19Z</vt:lpwstr>
  </op:property>
</op:Properties>
</file>
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492b57d9e2d454e" /><Relationship Type="http://schemas.openxmlformats.org/package/2006/relationships/metadata/core-properties" Target="/docProps/core.xml" Id="Rf92da5f6499d4870" /><Relationship Type="http://schemas.openxmlformats.org/officeDocument/2006/relationships/extended-properties" Target="/docProps/app.xml" Id="Ra01fdc81d3ec4ce3" /><Relationship Type="http://schemas.openxmlformats.org/officeDocument/2006/relationships/custom-properties" Target="/docProps/custom.xml" Id="R462d764253bc4ef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5030800602742e2"/>
  </p:notesMasterIdLst>
  <p:sldIdLst>
    <p:sldId id="256" r:id="R02cfeb4754ef4b74"/>
    <p:sldId id="257" r:id="R58a7e5cbfe594abb"/>
    <p:sldId id="258" r:id="R145685b4c5b04739"/>
    <p:sldId id="259" r:id="Rf1371ed358ec4bd4"/>
    <p:sldId id="260" r:id="Rac90eda3cf384ac7"/>
    <p:sldId id="261" r:id="Rc1d242345b854f1c"/>
    <p:sldId id="262" r:id="R5b8e4e813de24ce3"/>
    <p:sldId id="263" r:id="Ra5b54a421b7349af"/>
    <p:sldId id="264" r:id="R5bb2c379cb434046"/>
    <p:sldId id="265" r:id="Rf0df2199377142ec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2cfeb4754ef4b74" /><Relationship Type="http://schemas.openxmlformats.org/officeDocument/2006/relationships/notesMaster" Target="/ppt/notesMasters/notesMaster1.xml" Id="Rd5030800602742e2" /><Relationship Type="http://schemas.openxmlformats.org/officeDocument/2006/relationships/slide" Target="/ppt/slides/slide2.xml" Id="R58a7e5cbfe594abb" /><Relationship Type="http://schemas.openxmlformats.org/officeDocument/2006/relationships/slide" Target="/ppt/slides/slide3.xml" Id="R145685b4c5b04739" /><Relationship Type="http://schemas.openxmlformats.org/officeDocument/2006/relationships/slide" Target="/ppt/slides/slide4.xml" Id="Rf1371ed358ec4bd4" /><Relationship Type="http://schemas.openxmlformats.org/officeDocument/2006/relationships/slide" Target="/ppt/slides/slide5.xml" Id="Rac90eda3cf384ac7" /><Relationship Type="http://schemas.openxmlformats.org/officeDocument/2006/relationships/slide" Target="/ppt/slides/slide6.xml" Id="Rc1d242345b854f1c" /><Relationship Type="http://schemas.openxmlformats.org/officeDocument/2006/relationships/slide" Target="/ppt/slides/slide7.xml" Id="R5b8e4e813de24ce3" /><Relationship Type="http://schemas.openxmlformats.org/officeDocument/2006/relationships/slide" Target="/ppt/slides/slide8.xml" Id="Ra5b54a421b7349af" /><Relationship Type="http://schemas.openxmlformats.org/officeDocument/2006/relationships/slide" Target="/ppt/slides/slide9.xml" Id="R5bb2c379cb434046" /><Relationship Type="http://schemas.openxmlformats.org/officeDocument/2006/relationships/slide" Target="/ppt/slides/slide10.xml" Id="Rf0df2199377142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d3eb99afb24fa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b205407c034882" /><Relationship Type="http://schemas.openxmlformats.org/officeDocument/2006/relationships/slide" Target="/ppt/slides/slide1.xml" Id="R0fbffdd0361940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8f0d6c833f4d26" /><Relationship Type="http://schemas.openxmlformats.org/officeDocument/2006/relationships/slide" Target="/ppt/slides/slide2.xml" Id="R11121fb64a77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d3e2a257c643b9" /><Relationship Type="http://schemas.openxmlformats.org/officeDocument/2006/relationships/slide" Target="/ppt/slides/slide3.xml" Id="Raf99aafd3b2a41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52399b6e1e4855" /><Relationship Type="http://schemas.openxmlformats.org/officeDocument/2006/relationships/slide" Target="/ppt/slides/slide4.xml" Id="R0227783abedd4f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d17cda383e4662" /><Relationship Type="http://schemas.openxmlformats.org/officeDocument/2006/relationships/slide" Target="/ppt/slides/slide5.xml" Id="R8bdd9df3bba74f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94136d292741b0" /><Relationship Type="http://schemas.openxmlformats.org/officeDocument/2006/relationships/slide" Target="/ppt/slides/slide6.xml" Id="R53fb0edb291e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2b0a04d1b0e444c" /><Relationship Type="http://schemas.openxmlformats.org/officeDocument/2006/relationships/slide" Target="/ppt/slides/slide7.xml" Id="R6e8f414bc1d84b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00562903c0545a8" /><Relationship Type="http://schemas.openxmlformats.org/officeDocument/2006/relationships/slide" Target="/ppt/slides/slide8.xml" Id="R20f0c1b6257d46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3ea0632b564b34" /><Relationship Type="http://schemas.openxmlformats.org/officeDocument/2006/relationships/slide" Target="/ppt/slides/slide9.xml" Id="Rcf246a784d9241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56f000ad0a4621" /><Relationship Type="http://schemas.openxmlformats.org/officeDocument/2006/relationships/slide" Target="/ppt/slides/slide10.xml" Id="R35a14379877a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GulfSwitch 6.0</a:t>
            </a:r>
          </a:p>
          <a:p xmlns:a="http://schemas.openxmlformats.org/drawingml/2006/main">
            <a:r>
              <a:rPr lang="en-US"/>
              <a:t>launched | 2025-08-15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digitally supervised multiphase power control with a documented PMBus subset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100 V maximum rated input</a:t>
            </a:r>
          </a:p>
          <a:p xmlns:a="http://schemas.openxmlformats.org/drawingml/2006/main">
            <a:r>
              <a:rPr lang="en-US"/>
              <a:t>24 A reference-stage output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edge systems</a:t>
            </a:r>
          </a:p>
          <a:p xmlns:a="http://schemas.openxmlformats.org/drawingml/2006/main">
            <a:r>
              <a:rPr lang="en-US"/>
              <a:t>industrial controller power stages</a:t>
            </a:r>
          </a:p>
          <a:p xmlns:a="http://schemas.openxmlformats.org/drawingml/2006/main">
            <a:r>
              <a:rPr lang="en-US"/>
              <a:t>embedded compute carrier boards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release-controlled adoption and milestone-based production support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r>
              <a:rPr lang="en-US"/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e4b356c5345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000a9107a48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97f09015d44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5f9ec1e004d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61eb3cea7458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b541caffd7144d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c5be895e4424" /><Relationship Type="http://schemas.openxmlformats.org/officeDocument/2006/relationships/notesSlide" Target="/ppt/notesSlides/notesSlide1.xml" Id="R8751fe8365bb4a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d913c6ffc42a9" /><Relationship Type="http://schemas.openxmlformats.org/officeDocument/2006/relationships/notesSlide" Target="/ppt/notesSlides/notesSlide2.xml" Id="Rc988f0d2d36a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ee8a2f236407f" /><Relationship Type="http://schemas.openxmlformats.org/officeDocument/2006/relationships/notesSlide" Target="/ppt/notesSlides/notesSlide3.xml" Id="R626449adb19243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71eb0ae9e481d" /><Relationship Type="http://schemas.openxmlformats.org/officeDocument/2006/relationships/notesSlide" Target="/ppt/notesSlides/notesSlide4.xml" Id="R05d927869e5048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ef0fc8d854f33" /><Relationship Type="http://schemas.openxmlformats.org/officeDocument/2006/relationships/notesSlide" Target="/ppt/notesSlides/notesSlide5.xml" Id="R5714e33e6ad44c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acdb1a1b24766" /><Relationship Type="http://schemas.openxmlformats.org/officeDocument/2006/relationships/notesSlide" Target="/ppt/notesSlides/notesSlide6.xml" Id="Re152ca3ac46a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59d444c704e34" /><Relationship Type="http://schemas.openxmlformats.org/officeDocument/2006/relationships/notesSlide" Target="/ppt/notesSlides/notesSlide7.xml" Id="R15daa9e0fa9747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78e793c2642e0" /><Relationship Type="http://schemas.openxmlformats.org/officeDocument/2006/relationships/notesSlide" Target="/ppt/notesSlides/notesSlide8.xml" Id="R95fce28b02f844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22cea0caa4fd4" /><Relationship Type="http://schemas.openxmlformats.org/officeDocument/2006/relationships/notesSlide" Target="/ppt/notesSlides/notesSlide9.xml" Id="Rbe3fd6a88fba42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51d7741243dc" /><Relationship Type="http://schemas.openxmlformats.org/officeDocument/2006/relationships/notesSlide" Target="/ppt/notesSlides/notesSlide10.xml" Id="R1b4051054f13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GulfSwitch 6.0 - Power Stage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GulfSwitch 6.0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digitally supervised multiphase power control with a documented PMBus subset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release-controlled adoption and milestone-based production support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2026-10-15T17:12:01.0000000Z</dcterms:created>
  <lastModifiedBy>OfficeCLI</lastModifiedBy>
  <dcterms:modified xsi:type="dcterms:W3CDTF">2026-10-15T17:12:04.5144206Z</dcterms:modified>
  <dc:title>SunnySemi LLC - GulfSwitch 6.0 - Power Stage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2026-10-15T17:12:05Z</vt:lpwstr>
  </op:property>
</op:Properties>
</file>
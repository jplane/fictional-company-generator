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9ba3367611c4d0c" /><Relationship Type="http://schemas.openxmlformats.org/package/2006/relationships/metadata/core-properties" Target="/docProps/core.xml" Id="Rfb5f44574db74ec2" /><Relationship Type="http://schemas.openxmlformats.org/officeDocument/2006/relationships/extended-properties" Target="/docProps/app.xml" Id="Rce43436c770c4750" /><Relationship Type="http://schemas.openxmlformats.org/officeDocument/2006/relationships/custom-properties" Target="/docProps/custom.xml" Id="Rf7160b6ed0dd457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8f1c76692744856"/>
  </p:notesMasterIdLst>
  <p:sldIdLst>
    <p:sldId id="256" r:id="Re9cb8a5ecb9848d6"/>
    <p:sldId id="257" r:id="Rc66eff3d1caa4a9f"/>
    <p:sldId id="258" r:id="R1b7435c990a9472b"/>
    <p:sldId id="259" r:id="Rd44f4369cf1240e4"/>
    <p:sldId id="260" r:id="R3a18fa709b4443b7"/>
    <p:sldId id="261" r:id="R353dba46fe174d0e"/>
    <p:sldId id="262" r:id="R61f46ccd74fa4347"/>
    <p:sldId id="263" r:id="Rb386f1a7e4fb45a9"/>
    <p:sldId id="264" r:id="Rc5ba4454b99d4056"/>
    <p:sldId id="265" r:id="R8e7c8d650a5747aa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9cb8a5ecb9848d6" /><Relationship Type="http://schemas.openxmlformats.org/officeDocument/2006/relationships/notesMaster" Target="/ppt/notesMasters/notesMaster1.xml" Id="R38f1c76692744856" /><Relationship Type="http://schemas.openxmlformats.org/officeDocument/2006/relationships/slide" Target="/ppt/slides/slide2.xml" Id="Rc66eff3d1caa4a9f" /><Relationship Type="http://schemas.openxmlformats.org/officeDocument/2006/relationships/slide" Target="/ppt/slides/slide3.xml" Id="R1b7435c990a9472b" /><Relationship Type="http://schemas.openxmlformats.org/officeDocument/2006/relationships/slide" Target="/ppt/slides/slide4.xml" Id="Rd44f4369cf1240e4" /><Relationship Type="http://schemas.openxmlformats.org/officeDocument/2006/relationships/slide" Target="/ppt/slides/slide5.xml" Id="R3a18fa709b4443b7" /><Relationship Type="http://schemas.openxmlformats.org/officeDocument/2006/relationships/slide" Target="/ppt/slides/slide6.xml" Id="R353dba46fe174d0e" /><Relationship Type="http://schemas.openxmlformats.org/officeDocument/2006/relationships/slide" Target="/ppt/slides/slide7.xml" Id="R61f46ccd74fa4347" /><Relationship Type="http://schemas.openxmlformats.org/officeDocument/2006/relationships/slide" Target="/ppt/slides/slide8.xml" Id="Rb386f1a7e4fb45a9" /><Relationship Type="http://schemas.openxmlformats.org/officeDocument/2006/relationships/slide" Target="/ppt/slides/slide9.xml" Id="Rc5ba4454b99d4056" /><Relationship Type="http://schemas.openxmlformats.org/officeDocument/2006/relationships/slide" Target="/ppt/slides/slide10.xml" Id="R8e7c8d650a5747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c12a9ad369492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bf55ce05354c3f" /><Relationship Type="http://schemas.openxmlformats.org/officeDocument/2006/relationships/slide" Target="/ppt/slides/slide1.xml" Id="Rc8a0ac02af0c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c17f6b7fb64c0c" /><Relationship Type="http://schemas.openxmlformats.org/officeDocument/2006/relationships/slide" Target="/ppt/slides/slide2.xml" Id="R1306f4ea55994d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1943c91a1245aa" /><Relationship Type="http://schemas.openxmlformats.org/officeDocument/2006/relationships/slide" Target="/ppt/slides/slide3.xml" Id="R1ab334b2d59a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16b6f1fa0354fb4" /><Relationship Type="http://schemas.openxmlformats.org/officeDocument/2006/relationships/slide" Target="/ppt/slides/slide4.xml" Id="R3a34e359b1e042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b2bad8c852447f3" /><Relationship Type="http://schemas.openxmlformats.org/officeDocument/2006/relationships/slide" Target="/ppt/slides/slide5.xml" Id="R7dd2b8de1e12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e81acb21ea2423a" /><Relationship Type="http://schemas.openxmlformats.org/officeDocument/2006/relationships/slide" Target="/ppt/slides/slide6.xml" Id="R2cc8faf81b2246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28fbfa894094383" /><Relationship Type="http://schemas.openxmlformats.org/officeDocument/2006/relationships/slide" Target="/ppt/slides/slide7.xml" Id="Rb168dcef176148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b906251bf694136" /><Relationship Type="http://schemas.openxmlformats.org/officeDocument/2006/relationships/slide" Target="/ppt/slides/slide8.xml" Id="R26be5da183074a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c2e16a9c3146c4" /><Relationship Type="http://schemas.openxmlformats.org/officeDocument/2006/relationships/slide" Target="/ppt/slides/slide9.xml" Id="R9163be2cb47d42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aef683fc914e1f" /><Relationship Type="http://schemas.openxmlformats.org/officeDocument/2006/relationships/slide" Target="/ppt/slides/slide10.xml" Id="R6b1acd9be10943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5.0</a:t>
            </a:r>
          </a:p>
          <a:p xmlns:a="http://schemas.openxmlformats.org/drawingml/2006/main">
            <a:r>
              <a:rPr lang="en-US"/>
              <a:t>launched | 2024-08-15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5 nm inference ASIC with PCIe Gen3 x4 host interface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160 INT8 TOPS</a:t>
            </a:r>
          </a:p>
          <a:p xmlns:a="http://schemas.openxmlformats.org/drawingml/2006/main">
            <a:r>
              <a:rPr lang="en-US"/>
              <a:t>28 W board design budget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Capture frames on the host, prepare tensors, submit inference over PCIe, and return results to the host application.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embedded industrial computing</a:t>
            </a:r>
          </a:p>
          <a:p xmlns:a="http://schemas.openxmlformats.org/drawingml/2006/main">
            <a:r>
              <a:rPr lang="en-US"/>
              <a:t>local equipment anomaly detection</a:t>
            </a:r>
          </a:p>
          <a:p xmlns:a="http://schemas.openxmlformats.org/drawingml/2006/main">
            <a:r>
              <a:rPr lang="en-US"/>
              <a:t>on-device visual inspection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customer thermal reviews and power-aware deployment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2f161f33e4e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f302512b949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d657edd484e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93515dad840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f88213c5942d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4a39eba9e07439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79c60f94343bd" /><Relationship Type="http://schemas.openxmlformats.org/officeDocument/2006/relationships/notesSlide" Target="/ppt/notesSlides/notesSlide1.xml" Id="Re49f3602fbee4b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106e7fbee4e32" /><Relationship Type="http://schemas.openxmlformats.org/officeDocument/2006/relationships/notesSlide" Target="/ppt/notesSlides/notesSlide2.xml" Id="R2f0c3a82c7b1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be5364a24089" /><Relationship Type="http://schemas.openxmlformats.org/officeDocument/2006/relationships/notesSlide" Target="/ppt/notesSlides/notesSlide3.xml" Id="R889c76a70a7d4f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e732818c04eaa" /><Relationship Type="http://schemas.openxmlformats.org/officeDocument/2006/relationships/notesSlide" Target="/ppt/notesSlides/notesSlide4.xml" Id="R886d00ece66e41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89597a4d9443f" /><Relationship Type="http://schemas.openxmlformats.org/officeDocument/2006/relationships/notesSlide" Target="/ppt/notesSlides/notesSlide5.xml" Id="R5f485e1c041644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c1b384443438f" /><Relationship Type="http://schemas.openxmlformats.org/officeDocument/2006/relationships/notesSlide" Target="/ppt/notesSlides/notesSlide6.xml" Id="R8e429a17605042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89857d31d4102" /><Relationship Type="http://schemas.openxmlformats.org/officeDocument/2006/relationships/notesSlide" Target="/ppt/notesSlides/notesSlide7.xml" Id="Rc13b422669d444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e9fe94e4b4fe1" /><Relationship Type="http://schemas.openxmlformats.org/officeDocument/2006/relationships/notesSlide" Target="/ppt/notesSlides/notesSlide8.xml" Id="R903030752e924e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7084075184fee" /><Relationship Type="http://schemas.openxmlformats.org/officeDocument/2006/relationships/notesSlide" Target="/ppt/notesSlides/notesSlide9.xml" Id="Re8c75af6dd9545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59f76b3de4127" /><Relationship Type="http://schemas.openxmlformats.org/officeDocument/2006/relationships/notesSlide" Target="/ppt/notesSlides/notesSlide10.xml" Id="R9caa900b4ccb40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SunCore 5.0 - Edge Inference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SunCore 5.0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2024-08-15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5 nm inference ASIC with PCIe Gen3 x4 host interface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160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28 W board design budget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160 INT8 TOPS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28 W board design budget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Capture frames on the host, prepare tensors, submit inference over PCIe, and return results to the host application.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industrial computing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industrial computing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thermal reviews and power-aware deployment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2024-08-20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2026-10-15T17:20:49.0000000Z</dcterms:created>
  <lastModifiedBy>OfficeCLI</lastModifiedBy>
  <dcterms:modified xsi:type="dcterms:W3CDTF">2026-10-15T17:20:51.5920091Z</dcterms:modified>
  <dc:title>SunnySemi LLC - SunCore 5.0 - Edge Inference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2026-10-15T17:20:52Z</vt:lpwstr>
  </op:property>
</op:Properties>
</file>
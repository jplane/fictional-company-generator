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fccda2e611a445a" /><Relationship Type="http://schemas.openxmlformats.org/package/2006/relationships/metadata/core-properties" Target="/docProps/core.xml" Id="Rcc5da0962d6f43f5" /><Relationship Type="http://schemas.openxmlformats.org/officeDocument/2006/relationships/extended-properties" Target="/docProps/app.xml" Id="R8f5dadfba88d48d8" /><Relationship Type="http://schemas.openxmlformats.org/officeDocument/2006/relationships/custom-properties" Target="/docProps/custom.xml" Id="Rd982c1018745441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3be3fc1dd2248d8"/>
  </p:notesMasterIdLst>
  <p:sldIdLst>
    <p:sldId id="256" r:id="Rb32fd93d004b4739"/>
    <p:sldId id="257" r:id="R2585ce8ef37341da"/>
    <p:sldId id="258" r:id="Raacbf3e7cdc0470d"/>
    <p:sldId id="259" r:id="R5ce3022d3cab4a22"/>
    <p:sldId id="260" r:id="R673bbab1ee4746de"/>
    <p:sldId id="261" r:id="R925d9c6a98a844e4"/>
    <p:sldId id="262" r:id="R6f7970fb6a964976"/>
    <p:sldId id="263" r:id="Re8adda68854f4813"/>
    <p:sldId id="264" r:id="R027c5b09ec25438d"/>
    <p:sldId id="265" r:id="R1aa4b41fa2324a2d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32fd93d004b4739" /><Relationship Type="http://schemas.openxmlformats.org/officeDocument/2006/relationships/notesMaster" Target="/ppt/notesMasters/notesMaster1.xml" Id="Re3be3fc1dd2248d8" /><Relationship Type="http://schemas.openxmlformats.org/officeDocument/2006/relationships/slide" Target="/ppt/slides/slide2.xml" Id="R2585ce8ef37341da" /><Relationship Type="http://schemas.openxmlformats.org/officeDocument/2006/relationships/slide" Target="/ppt/slides/slide3.xml" Id="Raacbf3e7cdc0470d" /><Relationship Type="http://schemas.openxmlformats.org/officeDocument/2006/relationships/slide" Target="/ppt/slides/slide4.xml" Id="R5ce3022d3cab4a22" /><Relationship Type="http://schemas.openxmlformats.org/officeDocument/2006/relationships/slide" Target="/ppt/slides/slide5.xml" Id="R673bbab1ee4746de" /><Relationship Type="http://schemas.openxmlformats.org/officeDocument/2006/relationships/slide" Target="/ppt/slides/slide6.xml" Id="R925d9c6a98a844e4" /><Relationship Type="http://schemas.openxmlformats.org/officeDocument/2006/relationships/slide" Target="/ppt/slides/slide7.xml" Id="R6f7970fb6a964976" /><Relationship Type="http://schemas.openxmlformats.org/officeDocument/2006/relationships/slide" Target="/ppt/slides/slide8.xml" Id="Re8adda68854f4813" /><Relationship Type="http://schemas.openxmlformats.org/officeDocument/2006/relationships/slide" Target="/ppt/slides/slide9.xml" Id="R027c5b09ec25438d" /><Relationship Type="http://schemas.openxmlformats.org/officeDocument/2006/relationships/slide" Target="/ppt/slides/slide10.xml" Id="R1aa4b41fa232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10df535e034cd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c66e31dba324a24" /><Relationship Type="http://schemas.openxmlformats.org/officeDocument/2006/relationships/slide" Target="/ppt/slides/slide1.xml" Id="R7cc3bc11d80e47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415349c72b420a" /><Relationship Type="http://schemas.openxmlformats.org/officeDocument/2006/relationships/slide" Target="/ppt/slides/slide2.xml" Id="Rcf6d016050c8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f1ceae9925a4ff4" /><Relationship Type="http://schemas.openxmlformats.org/officeDocument/2006/relationships/slide" Target="/ppt/slides/slide3.xml" Id="Rf6b1d87b9b9a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2a9df0f9b264c10" /><Relationship Type="http://schemas.openxmlformats.org/officeDocument/2006/relationships/slide" Target="/ppt/slides/slide4.xml" Id="Rfe2de17f86ff40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dcdf80afa7460b" /><Relationship Type="http://schemas.openxmlformats.org/officeDocument/2006/relationships/slide" Target="/ppt/slides/slide5.xml" Id="R3b91b23fa4da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86e647ff3b4f40" /><Relationship Type="http://schemas.openxmlformats.org/officeDocument/2006/relationships/slide" Target="/ppt/slides/slide6.xml" Id="R8a3a968ed4b24a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eddf34c82140fe" /><Relationship Type="http://schemas.openxmlformats.org/officeDocument/2006/relationships/slide" Target="/ppt/slides/slide7.xml" Id="R866c16fff67241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5aa2db0cb644fdb" /><Relationship Type="http://schemas.openxmlformats.org/officeDocument/2006/relationships/slide" Target="/ppt/slides/slide8.xml" Id="R12c954ee74e544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3178a2b3334c58" /><Relationship Type="http://schemas.openxmlformats.org/officeDocument/2006/relationships/slide" Target="/ppt/slides/slide9.xml" Id="Raceb57b941b844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7a9873fab94cda" /><Relationship Type="http://schemas.openxmlformats.org/officeDocument/2006/relationships/slide" Target="/ppt/slides/slide10.xml" Id="R67a261b16719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6.0</a:t>
            </a:r>
          </a:p>
          <a:p xmlns:a="http://schemas.openxmlformats.org/drawingml/2006/main">
            <a:r>
              <a:rPr lang="en-US"/>
              <a:t>launched | 2025-08-15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256 INT8 TOPS</a:t>
            </a:r>
          </a:p>
          <a:p xmlns:a="http://schemas.openxmlformats.org/drawingml/2006/main">
            <a:r>
              <a:rPr lang="en-US"/>
              <a:t>35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edge systems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release-controlled adoption and milestone-based production support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c9721638d49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797bc287749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a17194edc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16ec8cafe4a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e152bef104a1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e749780c8864d7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7955f33f245c3" /><Relationship Type="http://schemas.openxmlformats.org/officeDocument/2006/relationships/notesSlide" Target="/ppt/notesSlides/notesSlide1.xml" Id="R78ca1d936c73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39e2ac73b45d1" /><Relationship Type="http://schemas.openxmlformats.org/officeDocument/2006/relationships/notesSlide" Target="/ppt/notesSlides/notesSlide2.xml" Id="Rb30ceda66f9e4d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a1b82cb2b4fc6" /><Relationship Type="http://schemas.openxmlformats.org/officeDocument/2006/relationships/notesSlide" Target="/ppt/notesSlides/notesSlide3.xml" Id="R6ffc9dd36ccd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0227732bd4e89" /><Relationship Type="http://schemas.openxmlformats.org/officeDocument/2006/relationships/notesSlide" Target="/ppt/notesSlides/notesSlide4.xml" Id="R1d6e8b671efb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40d060dab4470" /><Relationship Type="http://schemas.openxmlformats.org/officeDocument/2006/relationships/notesSlide" Target="/ppt/notesSlides/notesSlide5.xml" Id="Re0858c18a3c0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7778937ae43c8" /><Relationship Type="http://schemas.openxmlformats.org/officeDocument/2006/relationships/notesSlide" Target="/ppt/notesSlides/notesSlide6.xml" Id="Rac7cc94d749b43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55b9914244764" /><Relationship Type="http://schemas.openxmlformats.org/officeDocument/2006/relationships/notesSlide" Target="/ppt/notesSlides/notesSlide7.xml" Id="R28c95d771e3f49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b65942bbe4582" /><Relationship Type="http://schemas.openxmlformats.org/officeDocument/2006/relationships/notesSlide" Target="/ppt/notesSlides/notesSlide8.xml" Id="R32b4bba43fde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0340621fd4ff4" /><Relationship Type="http://schemas.openxmlformats.org/officeDocument/2006/relationships/notesSlide" Target="/ppt/notesSlides/notesSlide9.xml" Id="R217a916743624b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07cc95cb44d0b" /><Relationship Type="http://schemas.openxmlformats.org/officeDocument/2006/relationships/notesSlide" Target="/ppt/notesSlides/notesSlide10.xml" Id="R9004962d2345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6.0 -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6.0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5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256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35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256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35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release-controlled adoption and milestone-based production support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2026-10-15T17:21:13.0000000Z</dcterms:created>
  <lastModifiedBy>OfficeCLI</lastModifiedBy>
  <dcterms:modified xsi:type="dcterms:W3CDTF">2026-10-15T17:21:17.5918892Z</dcterms:modified>
  <dc:title>SunnySemi LLC - SunCore 6.0 -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2026-10-15T17:21:18Z</vt:lpwstr>
  </op:property>
</op:Properties>
</file>
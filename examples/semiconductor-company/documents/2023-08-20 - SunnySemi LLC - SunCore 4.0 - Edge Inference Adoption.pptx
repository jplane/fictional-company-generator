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d86db9497b541c2" /><Relationship Type="http://schemas.openxmlformats.org/package/2006/relationships/metadata/core-properties" Target="/docProps/core.xml" Id="R24422b90071c4514" /><Relationship Type="http://schemas.openxmlformats.org/officeDocument/2006/relationships/extended-properties" Target="/docProps/app.xml" Id="Re1a24d019b684e5f" /><Relationship Type="http://schemas.openxmlformats.org/officeDocument/2006/relationships/custom-properties" Target="/docProps/custom.xml" Id="Rd03d6a2068324e9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c77233c34a74a0c"/>
  </p:notesMasterIdLst>
  <p:sldIdLst>
    <p:sldId id="256" r:id="R187cf32b17d74e60"/>
    <p:sldId id="257" r:id="R903450baf8f044d5"/>
    <p:sldId id="258" r:id="R7dc572940fad48cf"/>
    <p:sldId id="259" r:id="Raee6808d22144446"/>
    <p:sldId id="260" r:id="R5f38595ccd944577"/>
    <p:sldId id="261" r:id="R82c6c5db64cd469c"/>
    <p:sldId id="262" r:id="R6351a7facb3749f0"/>
    <p:sldId id="263" r:id="Rd70e0d6489bc4dc3"/>
    <p:sldId id="264" r:id="Rc0c7da572a0a46e0"/>
    <p:sldId id="265" r:id="R85d04262e0ce4358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87cf32b17d74e60" /><Relationship Type="http://schemas.openxmlformats.org/officeDocument/2006/relationships/notesMaster" Target="/ppt/notesMasters/notesMaster1.xml" Id="R5c77233c34a74a0c" /><Relationship Type="http://schemas.openxmlformats.org/officeDocument/2006/relationships/slide" Target="/ppt/slides/slide2.xml" Id="R903450baf8f044d5" /><Relationship Type="http://schemas.openxmlformats.org/officeDocument/2006/relationships/slide" Target="/ppt/slides/slide3.xml" Id="R7dc572940fad48cf" /><Relationship Type="http://schemas.openxmlformats.org/officeDocument/2006/relationships/slide" Target="/ppt/slides/slide4.xml" Id="Raee6808d22144446" /><Relationship Type="http://schemas.openxmlformats.org/officeDocument/2006/relationships/slide" Target="/ppt/slides/slide5.xml" Id="R5f38595ccd944577" /><Relationship Type="http://schemas.openxmlformats.org/officeDocument/2006/relationships/slide" Target="/ppt/slides/slide6.xml" Id="R82c6c5db64cd469c" /><Relationship Type="http://schemas.openxmlformats.org/officeDocument/2006/relationships/slide" Target="/ppt/slides/slide7.xml" Id="R6351a7facb3749f0" /><Relationship Type="http://schemas.openxmlformats.org/officeDocument/2006/relationships/slide" Target="/ppt/slides/slide8.xml" Id="Rd70e0d6489bc4dc3" /><Relationship Type="http://schemas.openxmlformats.org/officeDocument/2006/relationships/slide" Target="/ppt/slides/slide9.xml" Id="Rc0c7da572a0a46e0" /><Relationship Type="http://schemas.openxmlformats.org/officeDocument/2006/relationships/slide" Target="/ppt/slides/slide10.xml" Id="R85d04262e0ce43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73797e38f534a8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a9fbc1dbee349f0" /><Relationship Type="http://schemas.openxmlformats.org/officeDocument/2006/relationships/slide" Target="/ppt/slides/slide1.xml" Id="R952499786cd84e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32460e1671b4da0" /><Relationship Type="http://schemas.openxmlformats.org/officeDocument/2006/relationships/slide" Target="/ppt/slides/slide2.xml" Id="R029eb2d2922047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c31f130f8524368" /><Relationship Type="http://schemas.openxmlformats.org/officeDocument/2006/relationships/slide" Target="/ppt/slides/slide3.xml" Id="Rc4c88d5dfedb48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40b3a1b5e9d49fb" /><Relationship Type="http://schemas.openxmlformats.org/officeDocument/2006/relationships/slide" Target="/ppt/slides/slide4.xml" Id="R755b7ebe328841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6452e2c31c04e7e" /><Relationship Type="http://schemas.openxmlformats.org/officeDocument/2006/relationships/slide" Target="/ppt/slides/slide5.xml" Id="R454298bb25c7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5e78e48809c41e8" /><Relationship Type="http://schemas.openxmlformats.org/officeDocument/2006/relationships/slide" Target="/ppt/slides/slide6.xml" Id="R1388071fe5cf4c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308392b9444f07" /><Relationship Type="http://schemas.openxmlformats.org/officeDocument/2006/relationships/slide" Target="/ppt/slides/slide7.xml" Id="R166cf82257a944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8e26b34a9f4796" /><Relationship Type="http://schemas.openxmlformats.org/officeDocument/2006/relationships/slide" Target="/ppt/slides/slide8.xml" Id="R393029d31b1b47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8755e0298f24b38" /><Relationship Type="http://schemas.openxmlformats.org/officeDocument/2006/relationships/slide" Target="/ppt/slides/slide9.xml" Id="R199260d6c45448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22b3580fbe34e35" /><Relationship Type="http://schemas.openxmlformats.org/officeDocument/2006/relationships/slide" Target="/ppt/slides/slide10.xml" Id="R40ddee1cc30d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4.0</a:t>
            </a:r>
          </a:p>
          <a:p xmlns:a="http://schemas.openxmlformats.org/drawingml/2006/main">
            <a:r>
              <a:rPr lang="en-US"/>
              <a:t>launched | 2023-08-15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7 nm inference ASIC with PCIe Gen3 x4 host interface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96 INT8 TOPS</a:t>
            </a:r>
          </a:p>
          <a:p xmlns:a="http://schemas.openxmlformats.org/drawingml/2006/main">
            <a:r>
              <a:rPr lang="en-US"/>
              <a:t>22 W board design budget</a:t>
            </a:r>
          </a:p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Capture frames on the host, prepare tensors, submit inference over PCIe, and return results to the host application.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machine-vision equipment</a:t>
            </a:r>
          </a:p>
          <a:p xmlns:a="http://schemas.openxmlformats.org/drawingml/2006/main">
            <a:r>
              <a:rPr lang="en-US"/>
              <a:t>local equipment anomaly detection</a:t>
            </a:r>
          </a:p>
          <a:p xmlns:a="http://schemas.openxmlformats.org/drawingml/2006/main">
            <a:r>
              <a:rPr lang="en-US"/>
              <a:t>on-device visual inspection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model-porting support and reproducible application validation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3c6342fb947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f32ce48c54f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b0db23e5548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431cf33724d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97f50f8924de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3fc9125f140459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d9000edf449da" /><Relationship Type="http://schemas.openxmlformats.org/officeDocument/2006/relationships/notesSlide" Target="/ppt/notesSlides/notesSlide1.xml" Id="R86ac18ad7049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34ac42e5c4539" /><Relationship Type="http://schemas.openxmlformats.org/officeDocument/2006/relationships/notesSlide" Target="/ppt/notesSlides/notesSlide2.xml" Id="Rf5d798e5af7f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eea5118c84474" /><Relationship Type="http://schemas.openxmlformats.org/officeDocument/2006/relationships/notesSlide" Target="/ppt/notesSlides/notesSlide3.xml" Id="R44c80b24bc1c42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3e17a0eec4a61" /><Relationship Type="http://schemas.openxmlformats.org/officeDocument/2006/relationships/notesSlide" Target="/ppt/notesSlides/notesSlide4.xml" Id="Rff2d76abb5be4d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8c9719bac4bdc" /><Relationship Type="http://schemas.openxmlformats.org/officeDocument/2006/relationships/notesSlide" Target="/ppt/notesSlides/notesSlide5.xml" Id="R504fca202e6443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19dca85c84a08" /><Relationship Type="http://schemas.openxmlformats.org/officeDocument/2006/relationships/notesSlide" Target="/ppt/notesSlides/notesSlide6.xml" Id="R40e8e795627d47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eec6b736e4791" /><Relationship Type="http://schemas.openxmlformats.org/officeDocument/2006/relationships/notesSlide" Target="/ppt/notesSlides/notesSlide7.xml" Id="Rd154d5f294364c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66203b9bb4f40" /><Relationship Type="http://schemas.openxmlformats.org/officeDocument/2006/relationships/notesSlide" Target="/ppt/notesSlides/notesSlide8.xml" Id="R181c06b5321b4b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b90ca9c6e4562" /><Relationship Type="http://schemas.openxmlformats.org/officeDocument/2006/relationships/notesSlide" Target="/ppt/notesSlides/notesSlide9.xml" Id="Rd2791572f5ae43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91256cb7b4d95" /><Relationship Type="http://schemas.openxmlformats.org/officeDocument/2006/relationships/notesSlide" Target="/ppt/notesSlides/notesSlide10.xml" Id="Rc49cc9a3349b4e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SunCore 4.0 - Edge Inference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SunCore 4.0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2023-08-15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Moving industrial inference off a general-purpose host competes with system power, response-time and software-integration constraints.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7 nm inference ASIC with PCIe Gen3 x4 host interface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96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22 W board design budget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96 INT8 TOPS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22 W board design budget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Capture frames on the host, prepare tensors, submit inference over PCIe, and return results to the host application.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machine-vision equipment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machine-vision equipment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local equipment anomaly detection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on-device visual inspection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model-porting support and reproducible application validation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Peak INT8 throughput is not sustained application throughput. Customers must validate their model, host bandwidth and thermal design.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2023-08-20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2026-10-15T17:20:12.0000000Z</dcterms:created>
  <lastModifiedBy>OfficeCLI</lastModifiedBy>
  <dcterms:modified xsi:type="dcterms:W3CDTF">2026-10-15T17:20:14.4308020Z</dcterms:modified>
  <dc:title>SunnySemi LLC - SunCore 4.0 - Edge Inference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2026-10-15T17:20:14Z</vt:lpwstr>
  </op:property>
</op:Properties>
</file>
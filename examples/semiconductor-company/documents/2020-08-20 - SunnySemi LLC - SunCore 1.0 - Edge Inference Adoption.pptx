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379c02d5e2e4e0e" /><Relationship Type="http://schemas.openxmlformats.org/package/2006/relationships/metadata/core-properties" Target="/docProps/core.xml" Id="R6c05120332e742b9" /><Relationship Type="http://schemas.openxmlformats.org/officeDocument/2006/relationships/extended-properties" Target="/docProps/app.xml" Id="Rb634fac8ce3b42f2" /><Relationship Type="http://schemas.openxmlformats.org/officeDocument/2006/relationships/custom-properties" Target="/docProps/custom.xml" Id="R8d5e0ab8f02f4e2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dfb8963215d4a4d"/>
  </p:notesMasterIdLst>
  <p:sldIdLst>
    <p:sldId id="256" r:id="R1919647911f54b68"/>
    <p:sldId id="257" r:id="R25d6a9e9a9f14148"/>
    <p:sldId id="258" r:id="R0d3c868f33e24ad2"/>
    <p:sldId id="259" r:id="Rf073b83e47e64602"/>
    <p:sldId id="260" r:id="R0c2e64f8ac1c441b"/>
    <p:sldId id="261" r:id="R6300ea520c8a44eb"/>
    <p:sldId id="262" r:id="R33272a6c5bf34a71"/>
    <p:sldId id="263" r:id="R99436a10ecdb49bc"/>
    <p:sldId id="264" r:id="Rc4a32c7f171448db"/>
    <p:sldId id="265" r:id="R727431f0ab1146c3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919647911f54b68" /><Relationship Type="http://schemas.openxmlformats.org/officeDocument/2006/relationships/notesMaster" Target="/ppt/notesMasters/notesMaster1.xml" Id="Rddfb8963215d4a4d" /><Relationship Type="http://schemas.openxmlformats.org/officeDocument/2006/relationships/slide" Target="/ppt/slides/slide2.xml" Id="R25d6a9e9a9f14148" /><Relationship Type="http://schemas.openxmlformats.org/officeDocument/2006/relationships/slide" Target="/ppt/slides/slide3.xml" Id="R0d3c868f33e24ad2" /><Relationship Type="http://schemas.openxmlformats.org/officeDocument/2006/relationships/slide" Target="/ppt/slides/slide4.xml" Id="Rf073b83e47e64602" /><Relationship Type="http://schemas.openxmlformats.org/officeDocument/2006/relationships/slide" Target="/ppt/slides/slide5.xml" Id="R0c2e64f8ac1c441b" /><Relationship Type="http://schemas.openxmlformats.org/officeDocument/2006/relationships/slide" Target="/ppt/slides/slide6.xml" Id="R6300ea520c8a44eb" /><Relationship Type="http://schemas.openxmlformats.org/officeDocument/2006/relationships/slide" Target="/ppt/slides/slide7.xml" Id="R33272a6c5bf34a71" /><Relationship Type="http://schemas.openxmlformats.org/officeDocument/2006/relationships/slide" Target="/ppt/slides/slide8.xml" Id="R99436a10ecdb49bc" /><Relationship Type="http://schemas.openxmlformats.org/officeDocument/2006/relationships/slide" Target="/ppt/slides/slide9.xml" Id="Rc4a32c7f171448db" /><Relationship Type="http://schemas.openxmlformats.org/officeDocument/2006/relationships/slide" Target="/ppt/slides/slide10.xml" Id="R727431f0ab1146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a29260894f43b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c9d9c4a3dc4269" /><Relationship Type="http://schemas.openxmlformats.org/officeDocument/2006/relationships/slide" Target="/ppt/slides/slide1.xml" Id="Re47af4f837ca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00108a414e4f43" /><Relationship Type="http://schemas.openxmlformats.org/officeDocument/2006/relationships/slide" Target="/ppt/slides/slide2.xml" Id="Rc0a6fd1751d0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4ba78125df34337" /><Relationship Type="http://schemas.openxmlformats.org/officeDocument/2006/relationships/slide" Target="/ppt/slides/slide3.xml" Id="Rd2ccd4145183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17eaa18ae034e62" /><Relationship Type="http://schemas.openxmlformats.org/officeDocument/2006/relationships/slide" Target="/ppt/slides/slide4.xml" Id="R462f0e1e77d0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9c94b7fe6b48e7" /><Relationship Type="http://schemas.openxmlformats.org/officeDocument/2006/relationships/slide" Target="/ppt/slides/slide5.xml" Id="R1e30f9fc9f5444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d51ce0ccbc54529" /><Relationship Type="http://schemas.openxmlformats.org/officeDocument/2006/relationships/slide" Target="/ppt/slides/slide6.xml" Id="R1e780919d8ce43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79ddbb9885744fd" /><Relationship Type="http://schemas.openxmlformats.org/officeDocument/2006/relationships/slide" Target="/ppt/slides/slide7.xml" Id="R6372c705031d4d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f1d8f8e91f34f57" /><Relationship Type="http://schemas.openxmlformats.org/officeDocument/2006/relationships/slide" Target="/ppt/slides/slide8.xml" Id="R7986d1100c954c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5227f88db864fd3" /><Relationship Type="http://schemas.openxmlformats.org/officeDocument/2006/relationships/slide" Target="/ppt/slides/slide9.xml" Id="R0bfa1a7bc41641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7e7a2a1d2c14a9d" /><Relationship Type="http://schemas.openxmlformats.org/officeDocument/2006/relationships/slide" Target="/ppt/slides/slide10.xml" Id="R81e2d38e6f3542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1.0</a:t>
            </a:r>
          </a:p>
          <a:p xmlns:a="http://schemas.openxmlformats.org/drawingml/2006/main">
            <a:r>
              <a:rPr lang="en-US"/>
              <a:t>launched | 2020-08-15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12 nm inference ASIC with PCIe Gen3 x4 host interface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12 INT8 TOPS</a:t>
            </a:r>
          </a:p>
          <a:p xmlns:a="http://schemas.openxmlformats.org/drawingml/2006/main">
            <a:r>
              <a:rPr lang="en-US"/>
              <a:t>12 W board design budget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Capture frames on the host, prepare tensors, submit inference over PCIe, and return results to the host application.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industrial inspection</a:t>
            </a:r>
          </a:p>
          <a:p xmlns:a="http://schemas.openxmlformats.org/drawingml/2006/main">
            <a:r>
              <a:rPr lang="en-US"/>
              <a:t>local equipment anomaly detection</a:t>
            </a:r>
          </a:p>
          <a:p xmlns:a="http://schemas.openxmlformats.org/drawingml/2006/main">
            <a:r>
              <a:rPr lang="en-US"/>
              <a:t>on-device visual inspection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evaluation-kit shipments and controlled production orders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0e7d7a69f41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0e1caba4143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22b8ea4964c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3183f7e184a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b060df5034b2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9caf634fc45468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50719626b4c04" /><Relationship Type="http://schemas.openxmlformats.org/officeDocument/2006/relationships/notesSlide" Target="/ppt/notesSlides/notesSlide1.xml" Id="R0ba062050353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edd9ed9445f7" /><Relationship Type="http://schemas.openxmlformats.org/officeDocument/2006/relationships/notesSlide" Target="/ppt/notesSlides/notesSlide2.xml" Id="Rf8c86d08cb1b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4e72a5f6b4323" /><Relationship Type="http://schemas.openxmlformats.org/officeDocument/2006/relationships/notesSlide" Target="/ppt/notesSlides/notesSlide3.xml" Id="R86ddd33a80b940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75904fa614b01" /><Relationship Type="http://schemas.openxmlformats.org/officeDocument/2006/relationships/notesSlide" Target="/ppt/notesSlides/notesSlide4.xml" Id="R835f8e9414f449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0b4a7d2e94c5d" /><Relationship Type="http://schemas.openxmlformats.org/officeDocument/2006/relationships/notesSlide" Target="/ppt/notesSlides/notesSlide5.xml" Id="Ra1b33e4119294f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36a04cfdf42ea" /><Relationship Type="http://schemas.openxmlformats.org/officeDocument/2006/relationships/notesSlide" Target="/ppt/notesSlides/notesSlide6.xml" Id="Rc0e6889ba60344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05bd22c2046a1" /><Relationship Type="http://schemas.openxmlformats.org/officeDocument/2006/relationships/notesSlide" Target="/ppt/notesSlides/notesSlide7.xml" Id="R651353c3c9fd49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e9200c3514c68" /><Relationship Type="http://schemas.openxmlformats.org/officeDocument/2006/relationships/notesSlide" Target="/ppt/notesSlides/notesSlide8.xml" Id="R775a9f78766345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87a1fb64041b4" /><Relationship Type="http://schemas.openxmlformats.org/officeDocument/2006/relationships/notesSlide" Target="/ppt/notesSlides/notesSlide9.xml" Id="R4c32f8499eb54f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ba056c824b6d" /><Relationship Type="http://schemas.openxmlformats.org/officeDocument/2006/relationships/notesSlide" Target="/ppt/notesSlides/notesSlide10.xml" Id="Rd8a796d04970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SunCore 1.0 - Edge Inference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SunCore 1.0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2020-08-15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12 nm inference ASIC with PCIe Gen3 x4 host interface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12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12 W board design budget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12 INT8 TOPS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12 W board design budget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Capture frames on the host, prepare tensors, submit inference over PCIe, and return results to the host application.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inspection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inspection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evaluation-kit shipments and controlled production orders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2020-08-20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2026-10-15T17:18:23.0000000Z</dcterms:created>
  <lastModifiedBy>OfficeCLI</lastModifiedBy>
  <dcterms:modified xsi:type="dcterms:W3CDTF">2026-10-15T17:18:25.1218554Z</dcterms:modified>
  <dc:title>SunnySemi LLC - SunCore 1.0 - Edge Inference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2026-10-15T17:18:25Z</vt:lpwstr>
  </op:property>
</op:Properties>
</file>
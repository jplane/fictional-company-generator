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a3c043033a24520" /><Relationship Type="http://schemas.openxmlformats.org/package/2006/relationships/metadata/core-properties" Target="/docProps/core.xml" Id="R4b87d524007d4809" /><Relationship Type="http://schemas.openxmlformats.org/officeDocument/2006/relationships/extended-properties" Target="/docProps/app.xml" Id="R0cdc08ca2dfe4175" /><Relationship Type="http://schemas.openxmlformats.org/officeDocument/2006/relationships/custom-properties" Target="/docProps/custom.xml" Id="R23bb177e72f649c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b7d465bd73942a3"/>
  </p:notesMasterIdLst>
  <p:sldIdLst>
    <p:sldId id="256" r:id="R9a40941e26094162"/>
    <p:sldId id="257" r:id="R0a287dc753c64fd9"/>
    <p:sldId id="258" r:id="Rd8b49485b597464a"/>
    <p:sldId id="259" r:id="R4bb71f04009a4891"/>
    <p:sldId id="260" r:id="R119833562f68443f"/>
    <p:sldId id="261" r:id="R17aa2649ae234606"/>
    <p:sldId id="262" r:id="R1a3b2dd0c1b34cca"/>
    <p:sldId id="263" r:id="R4b1752563228489f"/>
    <p:sldId id="264" r:id="Ra4ad3d21d68d4fe1"/>
    <p:sldId id="265" r:id="R150dcca417d54cf5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a40941e26094162" /><Relationship Type="http://schemas.openxmlformats.org/officeDocument/2006/relationships/notesMaster" Target="/ppt/notesMasters/notesMaster1.xml" Id="R0b7d465bd73942a3" /><Relationship Type="http://schemas.openxmlformats.org/officeDocument/2006/relationships/slide" Target="/ppt/slides/slide2.xml" Id="R0a287dc753c64fd9" /><Relationship Type="http://schemas.openxmlformats.org/officeDocument/2006/relationships/slide" Target="/ppt/slides/slide3.xml" Id="Rd8b49485b597464a" /><Relationship Type="http://schemas.openxmlformats.org/officeDocument/2006/relationships/slide" Target="/ppt/slides/slide4.xml" Id="R4bb71f04009a4891" /><Relationship Type="http://schemas.openxmlformats.org/officeDocument/2006/relationships/slide" Target="/ppt/slides/slide5.xml" Id="R119833562f68443f" /><Relationship Type="http://schemas.openxmlformats.org/officeDocument/2006/relationships/slide" Target="/ppt/slides/slide6.xml" Id="R17aa2649ae234606" /><Relationship Type="http://schemas.openxmlformats.org/officeDocument/2006/relationships/slide" Target="/ppt/slides/slide7.xml" Id="R1a3b2dd0c1b34cca" /><Relationship Type="http://schemas.openxmlformats.org/officeDocument/2006/relationships/slide" Target="/ppt/slides/slide8.xml" Id="R4b1752563228489f" /><Relationship Type="http://schemas.openxmlformats.org/officeDocument/2006/relationships/slide" Target="/ppt/slides/slide9.xml" Id="Ra4ad3d21d68d4fe1" /><Relationship Type="http://schemas.openxmlformats.org/officeDocument/2006/relationships/slide" Target="/ppt/slides/slide10.xml" Id="R150dcca417d5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15090e7f09549d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b6a1fa55d5400c" /><Relationship Type="http://schemas.openxmlformats.org/officeDocument/2006/relationships/slide" Target="/ppt/slides/slide1.xml" Id="Rb48c906fc0da43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ae569c2db2b400a" /><Relationship Type="http://schemas.openxmlformats.org/officeDocument/2006/relationships/slide" Target="/ppt/slides/slide2.xml" Id="R4bab5c0c6b6d43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2af46844f946ba" /><Relationship Type="http://schemas.openxmlformats.org/officeDocument/2006/relationships/slide" Target="/ppt/slides/slide3.xml" Id="R655aee3daea3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e9db04c6095472a" /><Relationship Type="http://schemas.openxmlformats.org/officeDocument/2006/relationships/slide" Target="/ppt/slides/slide4.xml" Id="R82e7bf69be464f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d4b91d4c38b4738" /><Relationship Type="http://schemas.openxmlformats.org/officeDocument/2006/relationships/slide" Target="/ppt/slides/slide5.xml" Id="Rde993aabefcb40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fa936f9f7954d3f" /><Relationship Type="http://schemas.openxmlformats.org/officeDocument/2006/relationships/slide" Target="/ppt/slides/slide6.xml" Id="R1be2a886efc7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d42ee1e09a45a6" /><Relationship Type="http://schemas.openxmlformats.org/officeDocument/2006/relationships/slide" Target="/ppt/slides/slide7.xml" Id="R83d6b3d367e648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c4a19df6c744ce" /><Relationship Type="http://schemas.openxmlformats.org/officeDocument/2006/relationships/slide" Target="/ppt/slides/slide8.xml" Id="Ra595493fccbe4b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358fffa18f4689" /><Relationship Type="http://schemas.openxmlformats.org/officeDocument/2006/relationships/slide" Target="/ppt/slides/slide9.xml" Id="R070f178d15944a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0c87423a4274d4b" /><Relationship Type="http://schemas.openxmlformats.org/officeDocument/2006/relationships/slide" Target="/ppt/slides/slide10.xml" Id="R7c803835061b4d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3.0</a:t>
            </a:r>
          </a:p>
          <a:p xmlns:a="http://schemas.openxmlformats.org/drawingml/2006/main">
            <a:r>
              <a:rPr lang="en-US"/>
              <a:t>launched | 2022-08-15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7 nm inference ASIC with PCIe Gen3 x4 host interface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48 INT8 TOPS</a:t>
            </a:r>
          </a:p>
          <a:p xmlns:a="http://schemas.openxmlformats.org/drawingml/2006/main">
            <a:r>
              <a:rPr lang="en-US"/>
              <a:t>18 W board design budget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Capture frames on the host, prepare tensors, submit inference over PCIe, and return results to the host application.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distributed infrastructure</a:t>
            </a:r>
          </a:p>
          <a:p xmlns:a="http://schemas.openxmlformats.org/drawingml/2006/main">
            <a:r>
              <a:rPr lang="en-US"/>
              <a:t>local equipment anomaly detection</a:t>
            </a:r>
          </a:p>
          <a:p xmlns:a="http://schemas.openxmlformats.org/drawingml/2006/main">
            <a:r>
              <a:rPr lang="en-US"/>
              <a:t>on-device visual inspection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package characterization and documented interface compatibility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d6059cb194c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cad0e1bc342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c591e5fd842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7f8ce53d044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409869cf04ce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c6041c4ddb5410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2291022ac4ec5" /><Relationship Type="http://schemas.openxmlformats.org/officeDocument/2006/relationships/notesSlide" Target="/ppt/notesSlides/notesSlide1.xml" Id="Raf16022e787749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8396922944af0" /><Relationship Type="http://schemas.openxmlformats.org/officeDocument/2006/relationships/notesSlide" Target="/ppt/notesSlides/notesSlide2.xml" Id="R2866da1d743648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8d05d15eb4d78" /><Relationship Type="http://schemas.openxmlformats.org/officeDocument/2006/relationships/notesSlide" Target="/ppt/notesSlides/notesSlide3.xml" Id="Rfd222ef500e94c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e548ca3f74f4e" /><Relationship Type="http://schemas.openxmlformats.org/officeDocument/2006/relationships/notesSlide" Target="/ppt/notesSlides/notesSlide4.xml" Id="Rf14d3d390407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aa4a4507845a5" /><Relationship Type="http://schemas.openxmlformats.org/officeDocument/2006/relationships/notesSlide" Target="/ppt/notesSlides/notesSlide5.xml" Id="R8f8cde07c78941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19769697d4eca" /><Relationship Type="http://schemas.openxmlformats.org/officeDocument/2006/relationships/notesSlide" Target="/ppt/notesSlides/notesSlide6.xml" Id="Rba75fb7ac17a42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79a24bcc04ba1" /><Relationship Type="http://schemas.openxmlformats.org/officeDocument/2006/relationships/notesSlide" Target="/ppt/notesSlides/notesSlide7.xml" Id="Rbd8eff53b2b44e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ffb48fc945ff" /><Relationship Type="http://schemas.openxmlformats.org/officeDocument/2006/relationships/notesSlide" Target="/ppt/notesSlides/notesSlide8.xml" Id="R539f48b838c547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bb4447f1a40f6" /><Relationship Type="http://schemas.openxmlformats.org/officeDocument/2006/relationships/notesSlide" Target="/ppt/notesSlides/notesSlide9.xml" Id="Rcac8c2797df9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f468ecb2f4a26" /><Relationship Type="http://schemas.openxmlformats.org/officeDocument/2006/relationships/notesSlide" Target="/ppt/notesSlides/notesSlide10.xml" Id="R5af283903d27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SunCore 3.0 - Edge Inference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SunCore 3.0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2022-08-15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7 nm inference ASIC with PCIe Gen3 x4 host interface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48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18 W board design budget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48 INT8 TOPS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18 W board design budget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Capture frames on the host, prepare tensors, submit inference over PCIe, and return results to the host application.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distributed infrastructure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distributed infrastructure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characterization and documented interface compatibility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2022-08-20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2026-10-15T17:19:33.0000000Z</dcterms:created>
  <lastModifiedBy>OfficeCLI</lastModifiedBy>
  <dcterms:modified xsi:type="dcterms:W3CDTF">2026-10-15T17:19:35.5140802Z</dcterms:modified>
  <dc:title>SunnySemi LLC - SunCore 3.0 - Edge Inference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2026-10-15T17:19:36Z</vt:lpwstr>
  </op:property>
</op:Properties>
</file>